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90" r:id="rId2"/>
    <p:sldId id="291" r:id="rId3"/>
    <p:sldId id="280" r:id="rId4"/>
    <p:sldId id="295" r:id="rId5"/>
    <p:sldId id="281" r:id="rId6"/>
    <p:sldId id="285" r:id="rId7"/>
    <p:sldId id="282" r:id="rId8"/>
    <p:sldId id="286" r:id="rId9"/>
    <p:sldId id="287" r:id="rId10"/>
    <p:sldId id="288" r:id="rId11"/>
    <p:sldId id="283" r:id="rId12"/>
    <p:sldId id="284" r:id="rId13"/>
    <p:sldId id="271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D9D9D"/>
    <a:srgbClr val="003E74"/>
    <a:srgbClr val="0085CA"/>
    <a:srgbClr val="0025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698"/>
    <p:restoredTop sz="68014"/>
  </p:normalViewPr>
  <p:slideViewPr>
    <p:cSldViewPr snapToGrid="0" snapToObjects="1">
      <p:cViewPr varScale="1">
        <p:scale>
          <a:sx n="112" d="100"/>
          <a:sy n="112" d="100"/>
        </p:scale>
        <p:origin x="2184" y="18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109" d="100"/>
          <a:sy n="109" d="100"/>
        </p:scale>
        <p:origin x="-2536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lenkinsop, Alexandra M" userId="897cb152-de1c-447f-8df6-45993387043d" providerId="ADAL" clId="{E3D58741-4EF6-7944-9A82-F97B71C2B133}"/>
    <pc:docChg chg="custSel modSld">
      <pc:chgData name="Blenkinsop, Alexandra M" userId="897cb152-de1c-447f-8df6-45993387043d" providerId="ADAL" clId="{E3D58741-4EF6-7944-9A82-F97B71C2B133}" dt="2025-02-27T17:03:21.628" v="0" actId="7634"/>
      <pc:docMkLst>
        <pc:docMk/>
      </pc:docMkLst>
      <pc:sldChg chg="addSp">
        <pc:chgData name="Blenkinsop, Alexandra M" userId="897cb152-de1c-447f-8df6-45993387043d" providerId="ADAL" clId="{E3D58741-4EF6-7944-9A82-F97B71C2B133}" dt="2025-02-27T17:03:21.628" v="0" actId="7634"/>
        <pc:sldMkLst>
          <pc:docMk/>
          <pc:sldMk cId="4132489690" sldId="280"/>
        </pc:sldMkLst>
      </pc:sldChg>
      <pc:sldChg chg="addSp">
        <pc:chgData name="Blenkinsop, Alexandra M" userId="897cb152-de1c-447f-8df6-45993387043d" providerId="ADAL" clId="{E3D58741-4EF6-7944-9A82-F97B71C2B133}" dt="2025-02-27T17:03:21.628" v="0" actId="7634"/>
        <pc:sldMkLst>
          <pc:docMk/>
          <pc:sldMk cId="479167444" sldId="283"/>
        </pc:sldMkLst>
      </pc:sldChg>
      <pc:sldChg chg="addSp">
        <pc:chgData name="Blenkinsop, Alexandra M" userId="897cb152-de1c-447f-8df6-45993387043d" providerId="ADAL" clId="{E3D58741-4EF6-7944-9A82-F97B71C2B133}" dt="2025-02-27T17:03:21.628" v="0" actId="7634"/>
        <pc:sldMkLst>
          <pc:docMk/>
          <pc:sldMk cId="2333124025" sldId="284"/>
        </pc:sldMkLst>
      </pc:sldChg>
      <pc:sldChg chg="addSp">
        <pc:chgData name="Blenkinsop, Alexandra M" userId="897cb152-de1c-447f-8df6-45993387043d" providerId="ADAL" clId="{E3D58741-4EF6-7944-9A82-F97B71C2B133}" dt="2025-02-27T17:03:21.628" v="0" actId="7634"/>
        <pc:sldMkLst>
          <pc:docMk/>
          <pc:sldMk cId="3436082033" sldId="286"/>
        </pc:sldMkLst>
      </pc:sldChg>
      <pc:sldChg chg="addSp">
        <pc:chgData name="Blenkinsop, Alexandra M" userId="897cb152-de1c-447f-8df6-45993387043d" providerId="ADAL" clId="{E3D58741-4EF6-7944-9A82-F97B71C2B133}" dt="2025-02-27T17:03:21.628" v="0" actId="7634"/>
        <pc:sldMkLst>
          <pc:docMk/>
          <pc:sldMk cId="1796836708" sldId="287"/>
        </pc:sldMkLst>
      </pc:sldChg>
      <pc:sldChg chg="addSp">
        <pc:chgData name="Blenkinsop, Alexandra M" userId="897cb152-de1c-447f-8df6-45993387043d" providerId="ADAL" clId="{E3D58741-4EF6-7944-9A82-F97B71C2B133}" dt="2025-02-27T17:03:21.628" v="0" actId="7634"/>
        <pc:sldMkLst>
          <pc:docMk/>
          <pc:sldMk cId="4110433560" sldId="288"/>
        </pc:sldMkLst>
      </pc:sldChg>
      <pc:sldChg chg="addSp">
        <pc:chgData name="Blenkinsop, Alexandra M" userId="897cb152-de1c-447f-8df6-45993387043d" providerId="ADAL" clId="{E3D58741-4EF6-7944-9A82-F97B71C2B133}" dt="2025-02-27T17:03:21.628" v="0" actId="7634"/>
        <pc:sldMkLst>
          <pc:docMk/>
          <pc:sldMk cId="1607173350" sldId="294"/>
        </pc:sldMkLst>
      </pc:sldChg>
      <pc:sldChg chg="addSp">
        <pc:chgData name="Blenkinsop, Alexandra M" userId="897cb152-de1c-447f-8df6-45993387043d" providerId="ADAL" clId="{E3D58741-4EF6-7944-9A82-F97B71C2B133}" dt="2025-02-27T17:03:21.628" v="0" actId="7634"/>
        <pc:sldMkLst>
          <pc:docMk/>
          <pc:sldMk cId="766070420" sldId="295"/>
        </pc:sldMkLst>
      </pc:sldChg>
    </pc:docChg>
  </pc:docChgLst>
  <pc:docChgLst>
    <pc:chgData name="Blenkinsop, Alexandra M" userId="897cb152-de1c-447f-8df6-45993387043d" providerId="ADAL" clId="{C3302B93-2604-7249-A3EB-F6FC1D112F47}"/>
    <pc:docChg chg="custSel modSld">
      <pc:chgData name="Blenkinsop, Alexandra M" userId="897cb152-de1c-447f-8df6-45993387043d" providerId="ADAL" clId="{C3302B93-2604-7249-A3EB-F6FC1D112F47}" dt="2025-02-28T09:46:48.504" v="7" actId="478"/>
      <pc:docMkLst>
        <pc:docMk/>
      </pc:docMkLst>
      <pc:sldChg chg="delSp mod">
        <pc:chgData name="Blenkinsop, Alexandra M" userId="897cb152-de1c-447f-8df6-45993387043d" providerId="ADAL" clId="{C3302B93-2604-7249-A3EB-F6FC1D112F47}" dt="2025-02-28T09:46:26.019" v="0" actId="478"/>
        <pc:sldMkLst>
          <pc:docMk/>
          <pc:sldMk cId="4132489690" sldId="280"/>
        </pc:sldMkLst>
      </pc:sldChg>
      <pc:sldChg chg="delSp mod">
        <pc:chgData name="Blenkinsop, Alexandra M" userId="897cb152-de1c-447f-8df6-45993387043d" providerId="ADAL" clId="{C3302B93-2604-7249-A3EB-F6FC1D112F47}" dt="2025-02-28T09:46:42.801" v="5" actId="478"/>
        <pc:sldMkLst>
          <pc:docMk/>
          <pc:sldMk cId="479167444" sldId="283"/>
        </pc:sldMkLst>
      </pc:sldChg>
      <pc:sldChg chg="delSp mod">
        <pc:chgData name="Blenkinsop, Alexandra M" userId="897cb152-de1c-447f-8df6-45993387043d" providerId="ADAL" clId="{C3302B93-2604-7249-A3EB-F6FC1D112F47}" dt="2025-02-28T09:46:45.214" v="6" actId="478"/>
        <pc:sldMkLst>
          <pc:docMk/>
          <pc:sldMk cId="2333124025" sldId="284"/>
        </pc:sldMkLst>
      </pc:sldChg>
      <pc:sldChg chg="delSp mod">
        <pc:chgData name="Blenkinsop, Alexandra M" userId="897cb152-de1c-447f-8df6-45993387043d" providerId="ADAL" clId="{C3302B93-2604-7249-A3EB-F6FC1D112F47}" dt="2025-02-28T09:46:34.134" v="2" actId="478"/>
        <pc:sldMkLst>
          <pc:docMk/>
          <pc:sldMk cId="3436082033" sldId="286"/>
        </pc:sldMkLst>
      </pc:sldChg>
      <pc:sldChg chg="delSp mod">
        <pc:chgData name="Blenkinsop, Alexandra M" userId="897cb152-de1c-447f-8df6-45993387043d" providerId="ADAL" clId="{C3302B93-2604-7249-A3EB-F6FC1D112F47}" dt="2025-02-28T09:46:36.553" v="3" actId="478"/>
        <pc:sldMkLst>
          <pc:docMk/>
          <pc:sldMk cId="1796836708" sldId="287"/>
        </pc:sldMkLst>
      </pc:sldChg>
      <pc:sldChg chg="delSp mod">
        <pc:chgData name="Blenkinsop, Alexandra M" userId="897cb152-de1c-447f-8df6-45993387043d" providerId="ADAL" clId="{C3302B93-2604-7249-A3EB-F6FC1D112F47}" dt="2025-02-28T09:46:38.934" v="4" actId="478"/>
        <pc:sldMkLst>
          <pc:docMk/>
          <pc:sldMk cId="4110433560" sldId="288"/>
        </pc:sldMkLst>
      </pc:sldChg>
      <pc:sldChg chg="delSp mod">
        <pc:chgData name="Blenkinsop, Alexandra M" userId="897cb152-de1c-447f-8df6-45993387043d" providerId="ADAL" clId="{C3302B93-2604-7249-A3EB-F6FC1D112F47}" dt="2025-02-28T09:46:48.504" v="7" actId="478"/>
        <pc:sldMkLst>
          <pc:docMk/>
          <pc:sldMk cId="1607173350" sldId="294"/>
        </pc:sldMkLst>
      </pc:sldChg>
      <pc:sldChg chg="delSp mod">
        <pc:chgData name="Blenkinsop, Alexandra M" userId="897cb152-de1c-447f-8df6-45993387043d" providerId="ADAL" clId="{C3302B93-2604-7249-A3EB-F6FC1D112F47}" dt="2025-02-28T09:46:29.680" v="1" actId="478"/>
        <pc:sldMkLst>
          <pc:docMk/>
          <pc:sldMk cId="766070420" sldId="295"/>
        </pc:sldMkLst>
      </pc:sldChg>
    </pc:docChg>
  </pc:docChgLst>
  <pc:docChgLst>
    <pc:chgData name="Blenkinsop, Alexandra M" userId="897cb152-de1c-447f-8df6-45993387043d" providerId="ADAL" clId="{684A26CC-2231-E740-9427-E9F0DD7E9AA7}"/>
    <pc:docChg chg="modSld">
      <pc:chgData name="Blenkinsop, Alexandra M" userId="897cb152-de1c-447f-8df6-45993387043d" providerId="ADAL" clId="{684A26CC-2231-E740-9427-E9F0DD7E9AA7}" dt="2025-07-02T08:15:50.069" v="0" actId="20577"/>
      <pc:docMkLst>
        <pc:docMk/>
      </pc:docMkLst>
      <pc:sldChg chg="modNotesTx">
        <pc:chgData name="Blenkinsop, Alexandra M" userId="897cb152-de1c-447f-8df6-45993387043d" providerId="ADAL" clId="{684A26CC-2231-E740-9427-E9F0DD7E9AA7}" dt="2025-07-02T08:15:50.069" v="0" actId="20577"/>
        <pc:sldMkLst>
          <pc:docMk/>
          <pc:sldMk cId="766070420" sldId="29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b="1" dirty="0">
                <a:solidFill>
                  <a:srgbClr val="003E74"/>
                </a:solidFill>
              </a:rPr>
              <a:t>Name of presentation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B0EE2D-335A-3546-9D75-E17F32E16FE9}" type="datetime3">
              <a:rPr lang="en-GB" smtClean="0">
                <a:solidFill>
                  <a:srgbClr val="003E74"/>
                </a:solidFill>
              </a:rPr>
              <a:t>26 February, 2026</a:t>
            </a:fld>
            <a:endParaRPr lang="en-US" dirty="0">
              <a:solidFill>
                <a:srgbClr val="003E7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6949037"/>
      </p:ext>
    </p:extLst>
  </p:cSld>
  <p:clrMap bg1="lt1" tx1="dk1" bg2="lt2" tx2="dk2" accent1="accent1" accent2="accent2" accent3="accent3" accent4="accent4" accent5="accent5" accent6="accent6" hlink="hlink" folHlink="folHlink"/>
  <p:hf sldNum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1">
                <a:solidFill>
                  <a:srgbClr val="003E74"/>
                </a:solidFill>
              </a:defRPr>
            </a:lvl1pPr>
          </a:lstStyle>
          <a:p>
            <a:r>
              <a:rPr lang="en-US" dirty="0"/>
              <a:t>Name of presentation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solidFill>
                  <a:srgbClr val="003E74"/>
                </a:solidFill>
              </a:defRPr>
            </a:lvl1pPr>
          </a:lstStyle>
          <a:p>
            <a:fld id="{8D35C32B-10D1-1447-A35B-280119DE9D12}" type="datetime3">
              <a:rPr lang="en-GB" smtClean="0"/>
              <a:pPr/>
              <a:t>26 February, 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65648"/>
      </p:ext>
    </p:extLst>
  </p:cSld>
  <p:clrMap bg1="lt1" tx1="dk1" bg2="lt2" tx2="dk2" accent1="accent1" accent2="accent2" accent3="accent3" accent4="accent4" accent5="accent5" accent6="accent6" hlink="hlink" folHlink="folHlink"/>
  <p:hf sldNum="0" ftr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D35C32B-10D1-1447-A35B-280119DE9D12}" type="datetime3">
              <a:rPr lang="en-GB" smtClean="0"/>
              <a:pPr/>
              <a:t>26 February,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368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algn="l" latinLnBrk="0">
              <a:lnSpc>
                <a:spcPts val="1500"/>
              </a:lnSpc>
            </a:pPr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D35C32B-10D1-1447-A35B-280119DE9D12}" type="datetime3">
              <a:rPr lang="en-GB" smtClean="0"/>
              <a:pPr/>
              <a:t>26 February,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939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D35C32B-10D1-1447-A35B-280119DE9D12}" type="datetime3">
              <a:rPr lang="en-GB" smtClean="0"/>
              <a:pPr/>
              <a:t>26 February,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8896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171450" indent="-171450">
              <a:buFontTx/>
              <a:buChar char="-"/>
            </a:pPr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D35C32B-10D1-1447-A35B-280119DE9D12}" type="datetime3">
              <a:rPr lang="en-GB" smtClean="0"/>
              <a:pPr/>
              <a:t>26 February,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9438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D35C32B-10D1-1447-A35B-280119DE9D12}" type="datetime3">
              <a:rPr lang="en-GB" smtClean="0"/>
              <a:pPr/>
              <a:t>26 February,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9116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D35C32B-10D1-1447-A35B-280119DE9D12}" type="datetime3">
              <a:rPr lang="en-GB" smtClean="0"/>
              <a:pPr/>
              <a:t>26 February,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42434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D35C32B-10D1-1447-A35B-280119DE9D12}" type="datetime3">
              <a:rPr lang="en-GB" smtClean="0"/>
              <a:pPr/>
              <a:t>26 February,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7791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D35C32B-10D1-1447-A35B-280119DE9D12}" type="datetime3">
              <a:rPr lang="en-GB" smtClean="0"/>
              <a:pPr/>
              <a:t>26 February,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4004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D35C32B-10D1-1447-A35B-280119DE9D12}" type="datetime3">
              <a:rPr lang="en-GB" smtClean="0"/>
              <a:pPr/>
              <a:t>26 February,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6791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D35C32B-10D1-1447-A35B-280119DE9D12}" type="datetime3">
              <a:rPr lang="en-GB" smtClean="0"/>
              <a:pPr/>
              <a:t>26 February,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0522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D35C32B-10D1-1447-A35B-280119DE9D12}" type="datetime3">
              <a:rPr lang="en-GB" smtClean="0"/>
              <a:pPr/>
              <a:t>26 February,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1349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D35C32B-10D1-1447-A35B-280119DE9D12}" type="datetime3">
              <a:rPr lang="en-GB" smtClean="0"/>
              <a:pPr/>
              <a:t>26 February,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4021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Name of presentation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8D35C32B-10D1-1447-A35B-280119DE9D12}" type="datetime3">
              <a:rPr lang="en-GB" smtClean="0"/>
              <a:pPr/>
              <a:t>26 February,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8781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no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2957124"/>
            <a:ext cx="6400800" cy="453385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00000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>
          <a:xfrm>
            <a:off x="457200" y="1572517"/>
            <a:ext cx="8229600" cy="857250"/>
          </a:xfrm>
        </p:spPr>
        <p:txBody>
          <a:bodyPr/>
          <a:lstStyle>
            <a:lvl1pPr algn="l">
              <a:defRPr sz="4000" b="0">
                <a:solidFill>
                  <a:srgbClr val="003E7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3955186"/>
            <a:ext cx="6400800" cy="254858"/>
          </a:xfrm>
        </p:spPr>
        <p:txBody>
          <a:bodyPr/>
          <a:lstStyle>
            <a:lvl1pPr marL="0" indent="0" algn="l">
              <a:buNone/>
              <a:defRPr sz="1200" baseline="0">
                <a:solidFill>
                  <a:srgbClr val="9D9D9D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GB" dirty="0"/>
              <a:t>Click to edit author name</a:t>
            </a:r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553925" y="497144"/>
            <a:ext cx="2132875" cy="234218"/>
          </a:xfrm>
        </p:spPr>
        <p:txBody>
          <a:bodyPr/>
          <a:lstStyle>
            <a:lvl1pPr marL="0" indent="0" algn="r">
              <a:buNone/>
              <a:defRPr sz="1000" b="1">
                <a:solidFill>
                  <a:srgbClr val="003E74"/>
                </a:solidFill>
              </a:defRPr>
            </a:lvl1pPr>
            <a:lvl2pPr marL="457200" indent="0">
              <a:buNone/>
              <a:defRPr sz="1200">
                <a:solidFill>
                  <a:srgbClr val="003E74"/>
                </a:solidFill>
              </a:defRPr>
            </a:lvl2pPr>
            <a:lvl3pPr marL="914400" indent="0">
              <a:buNone/>
              <a:defRPr sz="1200">
                <a:solidFill>
                  <a:srgbClr val="003E74"/>
                </a:solidFill>
              </a:defRPr>
            </a:lvl3pPr>
            <a:lvl4pPr marL="1371600" indent="0">
              <a:buNone/>
              <a:defRPr sz="1200">
                <a:solidFill>
                  <a:srgbClr val="003E74"/>
                </a:solidFill>
              </a:defRPr>
            </a:lvl4pPr>
            <a:lvl5pPr marL="1828800" indent="0">
              <a:buNone/>
              <a:defRPr sz="1200">
                <a:solidFill>
                  <a:srgbClr val="003E74"/>
                </a:solidFill>
              </a:defRPr>
            </a:lvl5pPr>
          </a:lstStyle>
          <a:p>
            <a:pPr lvl="0"/>
            <a:r>
              <a:rPr lang="en-GB" dirty="0"/>
              <a:t>Click to edit presentation title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7239941" y="738262"/>
            <a:ext cx="1446859" cy="192881"/>
          </a:xfrm>
        </p:spPr>
        <p:txBody>
          <a:bodyPr/>
          <a:lstStyle>
            <a:lvl1pPr marL="0" indent="0" algn="r">
              <a:buNone/>
              <a:defRPr sz="1000">
                <a:solidFill>
                  <a:srgbClr val="003E74"/>
                </a:solidFill>
              </a:defRPr>
            </a:lvl1pPr>
          </a:lstStyle>
          <a:p>
            <a:pPr lvl="0"/>
            <a:r>
              <a:rPr lang="en-US" dirty="0"/>
              <a:t>Click to add the date</a:t>
            </a:r>
          </a:p>
        </p:txBody>
      </p:sp>
    </p:spTree>
    <p:extLst>
      <p:ext uri="{BB962C8B-B14F-4D97-AF65-F5344CB8AC3E}">
        <p14:creationId xmlns:p14="http://schemas.microsoft.com/office/powerpoint/2010/main" val="37180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with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082581"/>
            <a:ext cx="3711608" cy="718386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000000"/>
                </a:solidFill>
                <a:latin typeface="Arial"/>
                <a:cs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4" name="Title 12"/>
          <p:cNvSpPr>
            <a:spLocks noGrp="1"/>
          </p:cNvSpPr>
          <p:nvPr>
            <p:ph type="title"/>
          </p:nvPr>
        </p:nvSpPr>
        <p:spPr>
          <a:xfrm>
            <a:off x="457200" y="1159487"/>
            <a:ext cx="3711608" cy="1615001"/>
          </a:xfrm>
        </p:spPr>
        <p:txBody>
          <a:bodyPr/>
          <a:lstStyle>
            <a:lvl1pPr>
              <a:defRPr sz="4000" b="0">
                <a:solidFill>
                  <a:srgbClr val="003E74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4118513"/>
            <a:ext cx="3601176" cy="254858"/>
          </a:xfrm>
        </p:spPr>
        <p:txBody>
          <a:bodyPr/>
          <a:lstStyle>
            <a:lvl1pPr marL="0" indent="0" algn="l">
              <a:buNone/>
              <a:defRPr sz="1200" baseline="0">
                <a:solidFill>
                  <a:srgbClr val="9D9D9D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GB" dirty="0"/>
              <a:t>Click to edit author name</a:t>
            </a:r>
            <a:endParaRPr lang="en-US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4756151" y="1159669"/>
            <a:ext cx="3930650" cy="3213702"/>
          </a:xfrm>
        </p:spPr>
        <p:txBody>
          <a:bodyPr/>
          <a:lstStyle>
            <a:lvl1pPr>
              <a:buClr>
                <a:srgbClr val="0085CA"/>
              </a:buClr>
              <a:defRPr/>
            </a:lvl1pPr>
          </a:lstStyle>
          <a:p>
            <a:endParaRPr lang="en-US" dirty="0"/>
          </a:p>
        </p:txBody>
      </p:sp>
      <p:sp>
        <p:nvSpPr>
          <p:cNvPr id="11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553925" y="497144"/>
            <a:ext cx="2132875" cy="234218"/>
          </a:xfrm>
        </p:spPr>
        <p:txBody>
          <a:bodyPr/>
          <a:lstStyle>
            <a:lvl1pPr marL="0" indent="0" algn="r">
              <a:buNone/>
              <a:defRPr sz="1000" b="1">
                <a:solidFill>
                  <a:srgbClr val="003E74"/>
                </a:solidFill>
              </a:defRPr>
            </a:lvl1pPr>
            <a:lvl2pPr marL="457200" indent="0">
              <a:buNone/>
              <a:defRPr sz="1200">
                <a:solidFill>
                  <a:srgbClr val="003E74"/>
                </a:solidFill>
              </a:defRPr>
            </a:lvl2pPr>
            <a:lvl3pPr marL="914400" indent="0">
              <a:buNone/>
              <a:defRPr sz="1200">
                <a:solidFill>
                  <a:srgbClr val="003E74"/>
                </a:solidFill>
              </a:defRPr>
            </a:lvl3pPr>
            <a:lvl4pPr marL="1371600" indent="0">
              <a:buNone/>
              <a:defRPr sz="1200">
                <a:solidFill>
                  <a:srgbClr val="003E74"/>
                </a:solidFill>
              </a:defRPr>
            </a:lvl4pPr>
            <a:lvl5pPr marL="1828800" indent="0">
              <a:buNone/>
              <a:defRPr sz="1200">
                <a:solidFill>
                  <a:srgbClr val="003E74"/>
                </a:solidFill>
              </a:defRPr>
            </a:lvl5pPr>
          </a:lstStyle>
          <a:p>
            <a:pPr lvl="0"/>
            <a:r>
              <a:rPr lang="en-GB" dirty="0"/>
              <a:t>Click to edit presentation title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7239941" y="738262"/>
            <a:ext cx="1446859" cy="192881"/>
          </a:xfrm>
        </p:spPr>
        <p:txBody>
          <a:bodyPr/>
          <a:lstStyle>
            <a:lvl1pPr marL="0" indent="0" algn="r">
              <a:buNone/>
              <a:defRPr sz="1000">
                <a:solidFill>
                  <a:srgbClr val="003E74"/>
                </a:solidFill>
              </a:defRPr>
            </a:lvl1pPr>
          </a:lstStyle>
          <a:p>
            <a:pPr lvl="0"/>
            <a:r>
              <a:rPr lang="en-US" dirty="0"/>
              <a:t>Click to add the date</a:t>
            </a:r>
          </a:p>
        </p:txBody>
      </p:sp>
    </p:spTree>
    <p:extLst>
      <p:ext uri="{BB962C8B-B14F-4D97-AF65-F5344CB8AC3E}">
        <p14:creationId xmlns:p14="http://schemas.microsoft.com/office/powerpoint/2010/main" val="13720300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one colum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9936"/>
            <a:ext cx="8229600" cy="2613435"/>
          </a:xfrm>
        </p:spPr>
        <p:txBody>
          <a:bodyPr/>
          <a:lstStyle>
            <a:lvl1pPr>
              <a:buClr>
                <a:srgbClr val="0085CA"/>
              </a:buClr>
              <a:defRPr/>
            </a:lvl1pPr>
            <a:lvl2pPr>
              <a:buClr>
                <a:srgbClr val="0085CA"/>
              </a:buClr>
              <a:defRPr/>
            </a:lvl2pPr>
            <a:lvl3pPr>
              <a:buClr>
                <a:srgbClr val="0085CA"/>
              </a:buClr>
              <a:defRPr sz="1200"/>
            </a:lvl3pPr>
            <a:lvl4pPr>
              <a:buClr>
                <a:srgbClr val="0085CA"/>
              </a:buClr>
              <a:defRPr sz="1200"/>
            </a:lvl4pPr>
            <a:lvl5pPr>
              <a:buClr>
                <a:srgbClr val="0085CA"/>
              </a:buClr>
              <a:defRPr sz="1200">
                <a:latin typeface="+mn-lt"/>
              </a:defRPr>
            </a:lvl5pPr>
            <a:lvl6pPr marL="2286000" indent="0">
              <a:buNone/>
              <a:defRPr sz="1400" baseline="0">
                <a:latin typeface="+mn-lt"/>
              </a:defRPr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553925" y="497144"/>
            <a:ext cx="2132875" cy="234218"/>
          </a:xfrm>
        </p:spPr>
        <p:txBody>
          <a:bodyPr/>
          <a:lstStyle>
            <a:lvl1pPr marL="0" indent="0" algn="r">
              <a:buNone/>
              <a:defRPr sz="1000" b="1">
                <a:solidFill>
                  <a:srgbClr val="003E74"/>
                </a:solidFill>
              </a:defRPr>
            </a:lvl1pPr>
            <a:lvl2pPr marL="457200" indent="0">
              <a:buNone/>
              <a:defRPr sz="1200">
                <a:solidFill>
                  <a:srgbClr val="003E74"/>
                </a:solidFill>
              </a:defRPr>
            </a:lvl2pPr>
            <a:lvl3pPr marL="914400" indent="0">
              <a:buNone/>
              <a:defRPr sz="1200">
                <a:solidFill>
                  <a:srgbClr val="003E74"/>
                </a:solidFill>
              </a:defRPr>
            </a:lvl3pPr>
            <a:lvl4pPr marL="1371600" indent="0">
              <a:buNone/>
              <a:defRPr sz="1200">
                <a:solidFill>
                  <a:srgbClr val="003E74"/>
                </a:solidFill>
              </a:defRPr>
            </a:lvl4pPr>
            <a:lvl5pPr marL="1828800" indent="0">
              <a:buNone/>
              <a:defRPr sz="1200">
                <a:solidFill>
                  <a:srgbClr val="003E74"/>
                </a:solidFill>
              </a:defRPr>
            </a:lvl5pPr>
          </a:lstStyle>
          <a:p>
            <a:pPr lvl="0"/>
            <a:r>
              <a:rPr lang="en-GB" dirty="0"/>
              <a:t>Click to edit presentation title</a:t>
            </a:r>
            <a:endParaRPr lang="en-US" dirty="0"/>
          </a:p>
        </p:txBody>
      </p:sp>
      <p:sp>
        <p:nvSpPr>
          <p:cNvPr id="9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7239941" y="738262"/>
            <a:ext cx="1446859" cy="192881"/>
          </a:xfrm>
        </p:spPr>
        <p:txBody>
          <a:bodyPr/>
          <a:lstStyle>
            <a:lvl1pPr marL="0" indent="0" algn="r">
              <a:buNone/>
              <a:defRPr sz="1000">
                <a:solidFill>
                  <a:srgbClr val="003E74"/>
                </a:solidFill>
              </a:defRPr>
            </a:lvl1pPr>
          </a:lstStyle>
          <a:p>
            <a:pPr lvl="0"/>
            <a:r>
              <a:rPr lang="en-US" dirty="0"/>
              <a:t>Click to add the date</a:t>
            </a:r>
          </a:p>
        </p:txBody>
      </p:sp>
    </p:spTree>
    <p:extLst>
      <p:ext uri="{BB962C8B-B14F-4D97-AF65-F5344CB8AC3E}">
        <p14:creationId xmlns:p14="http://schemas.microsoft.com/office/powerpoint/2010/main" val="1569259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two colum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2"/>
          <p:cNvSpPr>
            <a:spLocks noGrp="1"/>
          </p:cNvSpPr>
          <p:nvPr>
            <p:ph idx="11"/>
          </p:nvPr>
        </p:nvSpPr>
        <p:spPr>
          <a:xfrm>
            <a:off x="457200" y="1759936"/>
            <a:ext cx="3950877" cy="2613435"/>
          </a:xfrm>
        </p:spPr>
        <p:txBody>
          <a:bodyPr/>
          <a:lstStyle>
            <a:lvl1pPr>
              <a:buClr>
                <a:srgbClr val="0085CA"/>
              </a:buClr>
              <a:defRPr/>
            </a:lvl1pPr>
            <a:lvl2pPr>
              <a:buClr>
                <a:srgbClr val="0085CA"/>
              </a:buClr>
              <a:defRPr/>
            </a:lvl2pPr>
            <a:lvl3pPr>
              <a:buClr>
                <a:srgbClr val="0085CA"/>
              </a:buClr>
              <a:defRPr/>
            </a:lvl3pPr>
            <a:lvl4pPr>
              <a:buClr>
                <a:srgbClr val="0085CA"/>
              </a:buClr>
              <a:defRPr/>
            </a:lvl4pPr>
            <a:lvl5pPr>
              <a:buClr>
                <a:srgbClr val="0085CA"/>
              </a:buCl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idx="12"/>
          </p:nvPr>
        </p:nvSpPr>
        <p:spPr>
          <a:xfrm>
            <a:off x="4735923" y="1759936"/>
            <a:ext cx="3950878" cy="2613435"/>
          </a:xfrm>
        </p:spPr>
        <p:txBody>
          <a:bodyPr/>
          <a:lstStyle>
            <a:lvl1pPr>
              <a:buClr>
                <a:srgbClr val="0085CA"/>
              </a:buClr>
              <a:defRPr/>
            </a:lvl1pPr>
            <a:lvl2pPr>
              <a:buClr>
                <a:srgbClr val="0085CA"/>
              </a:buClr>
              <a:defRPr/>
            </a:lvl2pPr>
            <a:lvl3pPr>
              <a:buClr>
                <a:srgbClr val="0085CA"/>
              </a:buClr>
              <a:defRPr/>
            </a:lvl3pPr>
            <a:lvl4pPr>
              <a:buClr>
                <a:srgbClr val="0085CA"/>
              </a:buClr>
              <a:defRPr/>
            </a:lvl4pPr>
            <a:lvl5pPr>
              <a:buClr>
                <a:srgbClr val="0085CA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553925" y="497144"/>
            <a:ext cx="2132875" cy="234218"/>
          </a:xfrm>
        </p:spPr>
        <p:txBody>
          <a:bodyPr/>
          <a:lstStyle>
            <a:lvl1pPr marL="0" indent="0" algn="r">
              <a:buNone/>
              <a:defRPr sz="1000" b="1">
                <a:solidFill>
                  <a:srgbClr val="003E74"/>
                </a:solidFill>
              </a:defRPr>
            </a:lvl1pPr>
            <a:lvl2pPr marL="457200" indent="0">
              <a:buNone/>
              <a:defRPr sz="1200">
                <a:solidFill>
                  <a:srgbClr val="003E74"/>
                </a:solidFill>
              </a:defRPr>
            </a:lvl2pPr>
            <a:lvl3pPr marL="914400" indent="0">
              <a:buNone/>
              <a:defRPr sz="1200">
                <a:solidFill>
                  <a:srgbClr val="003E74"/>
                </a:solidFill>
              </a:defRPr>
            </a:lvl3pPr>
            <a:lvl4pPr marL="1371600" indent="0">
              <a:buNone/>
              <a:defRPr sz="1200">
                <a:solidFill>
                  <a:srgbClr val="003E74"/>
                </a:solidFill>
              </a:defRPr>
            </a:lvl4pPr>
            <a:lvl5pPr marL="1828800" indent="0">
              <a:buNone/>
              <a:defRPr sz="1200">
                <a:solidFill>
                  <a:srgbClr val="003E74"/>
                </a:solidFill>
              </a:defRPr>
            </a:lvl5pPr>
          </a:lstStyle>
          <a:p>
            <a:pPr lvl="0"/>
            <a:r>
              <a:rPr lang="en-GB" dirty="0"/>
              <a:t>Click to edit presentation title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7239941" y="738262"/>
            <a:ext cx="1446859" cy="192881"/>
          </a:xfrm>
        </p:spPr>
        <p:txBody>
          <a:bodyPr/>
          <a:lstStyle>
            <a:lvl1pPr marL="0" indent="0" algn="r">
              <a:buNone/>
              <a:defRPr sz="1000">
                <a:solidFill>
                  <a:srgbClr val="003E74"/>
                </a:solidFill>
              </a:defRPr>
            </a:lvl1pPr>
          </a:lstStyle>
          <a:p>
            <a:pPr lvl="0"/>
            <a:r>
              <a:rPr lang="en-US" dirty="0"/>
              <a:t>Click to add the date</a:t>
            </a:r>
          </a:p>
        </p:txBody>
      </p:sp>
    </p:spTree>
    <p:extLst>
      <p:ext uri="{BB962C8B-B14F-4D97-AF65-F5344CB8AC3E}">
        <p14:creationId xmlns:p14="http://schemas.microsoft.com/office/powerpoint/2010/main" val="2622752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with quo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457200" y="1759936"/>
            <a:ext cx="3950877" cy="2613435"/>
          </a:xfrm>
        </p:spPr>
        <p:txBody>
          <a:bodyPr/>
          <a:lstStyle>
            <a:lvl1pPr>
              <a:buClr>
                <a:srgbClr val="0085CA"/>
              </a:buClr>
              <a:defRPr/>
            </a:lvl1pPr>
            <a:lvl2pPr>
              <a:buClr>
                <a:srgbClr val="0085CA"/>
              </a:buClr>
              <a:defRPr/>
            </a:lvl2pPr>
            <a:lvl3pPr>
              <a:buClr>
                <a:srgbClr val="0085CA"/>
              </a:buClr>
              <a:defRPr/>
            </a:lvl3pPr>
            <a:lvl4pPr>
              <a:buClr>
                <a:srgbClr val="0085CA"/>
              </a:buClr>
              <a:defRPr/>
            </a:lvl4pPr>
            <a:lvl5pPr>
              <a:buClr>
                <a:srgbClr val="0085CA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115931"/>
            <a:ext cx="8229600" cy="380667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2" hasCustomPrompt="1"/>
          </p:nvPr>
        </p:nvSpPr>
        <p:spPr>
          <a:xfrm>
            <a:off x="4735923" y="1759936"/>
            <a:ext cx="3950878" cy="1948997"/>
          </a:xfrm>
        </p:spPr>
        <p:txBody>
          <a:bodyPr/>
          <a:lstStyle>
            <a:lvl1pPr marL="0" indent="0">
              <a:buClr>
                <a:srgbClr val="0085CA"/>
              </a:buClr>
              <a:buNone/>
              <a:defRPr sz="2800" b="0" i="1" baseline="0">
                <a:solidFill>
                  <a:srgbClr val="003E74"/>
                </a:solidFill>
              </a:defRPr>
            </a:lvl1pPr>
            <a:lvl2pPr>
              <a:buClr>
                <a:srgbClr val="0085CA"/>
              </a:buClr>
              <a:defRPr/>
            </a:lvl2pPr>
            <a:lvl3pPr>
              <a:buClr>
                <a:srgbClr val="0085CA"/>
              </a:buClr>
              <a:defRPr/>
            </a:lvl3pPr>
            <a:lvl4pPr>
              <a:buClr>
                <a:srgbClr val="0085CA"/>
              </a:buClr>
              <a:defRPr/>
            </a:lvl4pPr>
            <a:lvl5pPr>
              <a:buClr>
                <a:srgbClr val="0085CA"/>
              </a:buClr>
              <a:defRPr/>
            </a:lvl5pPr>
          </a:lstStyle>
          <a:p>
            <a:pPr lvl="0"/>
            <a:r>
              <a:rPr lang="en-GB" dirty="0"/>
              <a:t>“Click to add a quote”</a:t>
            </a:r>
            <a:endParaRPr lang="en-US" dirty="0"/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4735514" y="3890251"/>
            <a:ext cx="3951287" cy="483120"/>
          </a:xfrm>
        </p:spPr>
        <p:txBody>
          <a:bodyPr/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85CA"/>
              </a:buClr>
              <a:buSzTx/>
              <a:buFont typeface="Arial"/>
              <a:buNone/>
              <a:tabLst/>
              <a:defRPr sz="1200" baseline="0">
                <a:solidFill>
                  <a:srgbClr val="0085CA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85CA"/>
              </a:buClr>
              <a:buSzTx/>
              <a:buFont typeface="Arial"/>
              <a:buNone/>
              <a:tabLst/>
              <a:defRPr/>
            </a:pPr>
            <a:r>
              <a:rPr lang="en-GB" dirty="0"/>
              <a:t>Click to add quote attribution</a:t>
            </a:r>
            <a:endParaRPr lang="en-US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553925" y="497144"/>
            <a:ext cx="2132875" cy="234218"/>
          </a:xfrm>
        </p:spPr>
        <p:txBody>
          <a:bodyPr/>
          <a:lstStyle>
            <a:lvl1pPr marL="0" indent="0" algn="r">
              <a:buNone/>
              <a:defRPr sz="1000" b="1">
                <a:solidFill>
                  <a:srgbClr val="003E74"/>
                </a:solidFill>
              </a:defRPr>
            </a:lvl1pPr>
            <a:lvl2pPr marL="457200" indent="0">
              <a:buNone/>
              <a:defRPr sz="1200">
                <a:solidFill>
                  <a:srgbClr val="003E74"/>
                </a:solidFill>
              </a:defRPr>
            </a:lvl2pPr>
            <a:lvl3pPr marL="914400" indent="0">
              <a:buNone/>
              <a:defRPr sz="1200">
                <a:solidFill>
                  <a:srgbClr val="003E74"/>
                </a:solidFill>
              </a:defRPr>
            </a:lvl3pPr>
            <a:lvl4pPr marL="1371600" indent="0">
              <a:buNone/>
              <a:defRPr sz="1200">
                <a:solidFill>
                  <a:srgbClr val="003E74"/>
                </a:solidFill>
              </a:defRPr>
            </a:lvl4pPr>
            <a:lvl5pPr marL="1828800" indent="0">
              <a:buNone/>
              <a:defRPr sz="1200">
                <a:solidFill>
                  <a:srgbClr val="003E74"/>
                </a:solidFill>
              </a:defRPr>
            </a:lvl5pPr>
          </a:lstStyle>
          <a:p>
            <a:pPr lvl="0"/>
            <a:r>
              <a:rPr lang="en-GB" dirty="0"/>
              <a:t>Click to edit presentation title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7239941" y="738262"/>
            <a:ext cx="1446859" cy="192881"/>
          </a:xfrm>
        </p:spPr>
        <p:txBody>
          <a:bodyPr/>
          <a:lstStyle>
            <a:lvl1pPr marL="0" indent="0" algn="r">
              <a:buNone/>
              <a:defRPr sz="1000">
                <a:solidFill>
                  <a:srgbClr val="003E74"/>
                </a:solidFill>
              </a:defRPr>
            </a:lvl1pPr>
          </a:lstStyle>
          <a:p>
            <a:pPr lvl="0"/>
            <a:r>
              <a:rPr lang="en-US" dirty="0"/>
              <a:t>Click to add the date</a:t>
            </a:r>
          </a:p>
        </p:txBody>
      </p:sp>
    </p:spTree>
    <p:extLst>
      <p:ext uri="{BB962C8B-B14F-4D97-AF65-F5344CB8AC3E}">
        <p14:creationId xmlns:p14="http://schemas.microsoft.com/office/powerpoint/2010/main" val="3128024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(two columns with imag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1"/>
          </p:nvPr>
        </p:nvSpPr>
        <p:spPr>
          <a:xfrm>
            <a:off x="457200" y="1759936"/>
            <a:ext cx="3950877" cy="2613435"/>
          </a:xfrm>
        </p:spPr>
        <p:txBody>
          <a:bodyPr/>
          <a:lstStyle>
            <a:lvl1pPr>
              <a:buClr>
                <a:srgbClr val="0085CA"/>
              </a:buClr>
              <a:defRPr/>
            </a:lvl1pPr>
            <a:lvl2pPr>
              <a:buClr>
                <a:srgbClr val="0085CA"/>
              </a:buClr>
              <a:defRPr/>
            </a:lvl2pPr>
            <a:lvl3pPr>
              <a:buClr>
                <a:srgbClr val="0085CA"/>
              </a:buClr>
              <a:defRPr/>
            </a:lvl3pPr>
            <a:lvl4pPr>
              <a:buClr>
                <a:srgbClr val="0085CA"/>
              </a:buClr>
              <a:defRPr/>
            </a:lvl4pPr>
            <a:lvl5pPr>
              <a:buClr>
                <a:srgbClr val="0085CA"/>
              </a:buClr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57200" y="1115931"/>
            <a:ext cx="8229600" cy="380667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735514" y="1759937"/>
            <a:ext cx="3951287" cy="1976608"/>
          </a:xfrm>
        </p:spPr>
        <p:txBody>
          <a:bodyPr/>
          <a:lstStyle>
            <a:lvl1pPr>
              <a:buClr>
                <a:srgbClr val="0085CA"/>
              </a:buClr>
              <a:defRPr/>
            </a:lvl1pPr>
          </a:lstStyle>
          <a:p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4735514" y="3942710"/>
            <a:ext cx="3951287" cy="427906"/>
          </a:xfrm>
        </p:spPr>
        <p:txBody>
          <a:bodyPr/>
          <a:lstStyle>
            <a:lvl1pPr marL="0" indent="0">
              <a:buNone/>
              <a:defRPr sz="1000">
                <a:solidFill>
                  <a:srgbClr val="9D9D9D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caption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553925" y="497144"/>
            <a:ext cx="2132875" cy="234218"/>
          </a:xfrm>
        </p:spPr>
        <p:txBody>
          <a:bodyPr/>
          <a:lstStyle>
            <a:lvl1pPr marL="0" indent="0" algn="r">
              <a:buNone/>
              <a:defRPr sz="1000" b="1">
                <a:solidFill>
                  <a:srgbClr val="003E74"/>
                </a:solidFill>
              </a:defRPr>
            </a:lvl1pPr>
            <a:lvl2pPr marL="457200" indent="0">
              <a:buNone/>
              <a:defRPr sz="1200">
                <a:solidFill>
                  <a:srgbClr val="003E74"/>
                </a:solidFill>
              </a:defRPr>
            </a:lvl2pPr>
            <a:lvl3pPr marL="914400" indent="0">
              <a:buNone/>
              <a:defRPr sz="1200">
                <a:solidFill>
                  <a:srgbClr val="003E74"/>
                </a:solidFill>
              </a:defRPr>
            </a:lvl3pPr>
            <a:lvl4pPr marL="1371600" indent="0">
              <a:buNone/>
              <a:defRPr sz="1200">
                <a:solidFill>
                  <a:srgbClr val="003E74"/>
                </a:solidFill>
              </a:defRPr>
            </a:lvl4pPr>
            <a:lvl5pPr marL="1828800" indent="0">
              <a:buNone/>
              <a:defRPr sz="1200">
                <a:solidFill>
                  <a:srgbClr val="003E74"/>
                </a:solidFill>
              </a:defRPr>
            </a:lvl5pPr>
          </a:lstStyle>
          <a:p>
            <a:pPr lvl="0"/>
            <a:r>
              <a:rPr lang="en-GB" dirty="0"/>
              <a:t>Click to edit presentation title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7239941" y="738262"/>
            <a:ext cx="1446859" cy="192881"/>
          </a:xfrm>
        </p:spPr>
        <p:txBody>
          <a:bodyPr/>
          <a:lstStyle>
            <a:lvl1pPr marL="0" indent="0" algn="r">
              <a:buNone/>
              <a:defRPr sz="1000">
                <a:solidFill>
                  <a:srgbClr val="003E74"/>
                </a:solidFill>
              </a:defRPr>
            </a:lvl1pPr>
          </a:lstStyle>
          <a:p>
            <a:pPr lvl="0"/>
            <a:r>
              <a:rPr lang="en-US" dirty="0"/>
              <a:t>Click to add the date</a:t>
            </a:r>
          </a:p>
        </p:txBody>
      </p:sp>
    </p:spTree>
    <p:extLst>
      <p:ext uri="{BB962C8B-B14F-4D97-AF65-F5344CB8AC3E}">
        <p14:creationId xmlns:p14="http://schemas.microsoft.com/office/powerpoint/2010/main" val="847259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 image/media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57200" y="1115931"/>
            <a:ext cx="8229601" cy="2639020"/>
          </a:xfrm>
        </p:spPr>
        <p:txBody>
          <a:bodyPr/>
          <a:lstStyle>
            <a:lvl1pPr>
              <a:buClr>
                <a:srgbClr val="0085CA"/>
              </a:buClr>
              <a:defRPr/>
            </a:lvl1pPr>
          </a:lstStyle>
          <a:p>
            <a:endParaRPr lang="en-US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553925" y="497144"/>
            <a:ext cx="2132875" cy="234218"/>
          </a:xfrm>
        </p:spPr>
        <p:txBody>
          <a:bodyPr/>
          <a:lstStyle>
            <a:lvl1pPr marL="0" indent="0" algn="r">
              <a:buNone/>
              <a:defRPr sz="1000" b="1">
                <a:solidFill>
                  <a:srgbClr val="003E74"/>
                </a:solidFill>
              </a:defRPr>
            </a:lvl1pPr>
            <a:lvl2pPr marL="457200" indent="0">
              <a:buNone/>
              <a:defRPr sz="1200">
                <a:solidFill>
                  <a:srgbClr val="003E74"/>
                </a:solidFill>
              </a:defRPr>
            </a:lvl2pPr>
            <a:lvl3pPr marL="914400" indent="0">
              <a:buNone/>
              <a:defRPr sz="1200">
                <a:solidFill>
                  <a:srgbClr val="003E74"/>
                </a:solidFill>
              </a:defRPr>
            </a:lvl3pPr>
            <a:lvl4pPr marL="1371600" indent="0">
              <a:buNone/>
              <a:defRPr sz="1200">
                <a:solidFill>
                  <a:srgbClr val="003E74"/>
                </a:solidFill>
              </a:defRPr>
            </a:lvl4pPr>
            <a:lvl5pPr marL="1828800" indent="0">
              <a:buNone/>
              <a:defRPr sz="1200">
                <a:solidFill>
                  <a:srgbClr val="003E74"/>
                </a:solidFill>
              </a:defRPr>
            </a:lvl5pPr>
          </a:lstStyle>
          <a:p>
            <a:pPr lvl="0"/>
            <a:r>
              <a:rPr lang="en-GB" dirty="0"/>
              <a:t>Click to edit presentation title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7239941" y="738262"/>
            <a:ext cx="1446859" cy="192881"/>
          </a:xfrm>
        </p:spPr>
        <p:txBody>
          <a:bodyPr/>
          <a:lstStyle>
            <a:lvl1pPr marL="0" indent="0" algn="r">
              <a:buNone/>
              <a:defRPr sz="1000">
                <a:solidFill>
                  <a:srgbClr val="003E74"/>
                </a:solidFill>
              </a:defRPr>
            </a:lvl1pPr>
          </a:lstStyle>
          <a:p>
            <a:pPr lvl="0"/>
            <a:r>
              <a:rPr lang="en-US" dirty="0"/>
              <a:t>Click to add the date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945465"/>
            <a:ext cx="3951287" cy="427906"/>
          </a:xfrm>
        </p:spPr>
        <p:txBody>
          <a:bodyPr/>
          <a:lstStyle>
            <a:lvl1pPr marL="0" indent="0">
              <a:buNone/>
              <a:defRPr sz="1000">
                <a:solidFill>
                  <a:srgbClr val="9D9D9D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caption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557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images/media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457200" y="1115931"/>
            <a:ext cx="3951287" cy="2611410"/>
          </a:xfrm>
        </p:spPr>
        <p:txBody>
          <a:bodyPr/>
          <a:lstStyle>
            <a:lvl1pPr>
              <a:buClr>
                <a:srgbClr val="0085CA"/>
              </a:buClr>
              <a:defRPr/>
            </a:lvl1pPr>
          </a:lstStyle>
          <a:p>
            <a:endParaRPr lang="en-US" dirty="0"/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3945465"/>
            <a:ext cx="3951287" cy="427906"/>
          </a:xfrm>
        </p:spPr>
        <p:txBody>
          <a:bodyPr/>
          <a:lstStyle>
            <a:lvl1pPr marL="0" indent="0">
              <a:buNone/>
              <a:defRPr sz="1000">
                <a:solidFill>
                  <a:srgbClr val="9D9D9D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Click to add caption</a:t>
            </a:r>
            <a:endParaRPr lang="en-US" dirty="0"/>
          </a:p>
        </p:txBody>
      </p:sp>
      <p:sp>
        <p:nvSpPr>
          <p:cNvPr id="7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735514" y="1115932"/>
            <a:ext cx="3951287" cy="1479401"/>
          </a:xfrm>
        </p:spPr>
        <p:txBody>
          <a:bodyPr/>
          <a:lstStyle>
            <a:lvl1pPr>
              <a:buClr>
                <a:srgbClr val="0085CA"/>
              </a:buClr>
              <a:defRPr/>
            </a:lvl1pPr>
          </a:lstStyle>
          <a:p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735514" y="2816214"/>
            <a:ext cx="3951287" cy="1557158"/>
          </a:xfrm>
        </p:spPr>
        <p:txBody>
          <a:bodyPr/>
          <a:lstStyle>
            <a:lvl1pPr>
              <a:buClr>
                <a:srgbClr val="0085CA"/>
              </a:buClr>
              <a:defRPr/>
            </a:lvl1pPr>
          </a:lstStyle>
          <a:p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553925" y="497144"/>
            <a:ext cx="2132875" cy="234218"/>
          </a:xfrm>
        </p:spPr>
        <p:txBody>
          <a:bodyPr/>
          <a:lstStyle>
            <a:lvl1pPr marL="0" indent="0" algn="r">
              <a:buNone/>
              <a:defRPr sz="1000" b="1">
                <a:solidFill>
                  <a:srgbClr val="003E74"/>
                </a:solidFill>
              </a:defRPr>
            </a:lvl1pPr>
            <a:lvl2pPr marL="457200" indent="0">
              <a:buNone/>
              <a:defRPr sz="1200">
                <a:solidFill>
                  <a:srgbClr val="003E74"/>
                </a:solidFill>
              </a:defRPr>
            </a:lvl2pPr>
            <a:lvl3pPr marL="914400" indent="0">
              <a:buNone/>
              <a:defRPr sz="1200">
                <a:solidFill>
                  <a:srgbClr val="003E74"/>
                </a:solidFill>
              </a:defRPr>
            </a:lvl3pPr>
            <a:lvl4pPr marL="1371600" indent="0">
              <a:buNone/>
              <a:defRPr sz="1200">
                <a:solidFill>
                  <a:srgbClr val="003E74"/>
                </a:solidFill>
              </a:defRPr>
            </a:lvl4pPr>
            <a:lvl5pPr marL="1828800" indent="0">
              <a:buNone/>
              <a:defRPr sz="1200">
                <a:solidFill>
                  <a:srgbClr val="003E74"/>
                </a:solidFill>
              </a:defRPr>
            </a:lvl5pPr>
          </a:lstStyle>
          <a:p>
            <a:pPr lvl="0"/>
            <a:r>
              <a:rPr lang="en-GB" dirty="0"/>
              <a:t>Click to edit presentation title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7239941" y="738262"/>
            <a:ext cx="1446859" cy="192881"/>
          </a:xfrm>
        </p:spPr>
        <p:txBody>
          <a:bodyPr/>
          <a:lstStyle>
            <a:lvl1pPr marL="0" indent="0" algn="r">
              <a:buNone/>
              <a:defRPr sz="1000">
                <a:solidFill>
                  <a:srgbClr val="003E74"/>
                </a:solidFill>
              </a:defRPr>
            </a:lvl1pPr>
          </a:lstStyle>
          <a:p>
            <a:pPr lvl="0"/>
            <a:r>
              <a:rPr lang="en-US" dirty="0"/>
              <a:t>Click to add the date</a:t>
            </a:r>
          </a:p>
        </p:txBody>
      </p:sp>
    </p:spTree>
    <p:extLst>
      <p:ext uri="{BB962C8B-B14F-4D97-AF65-F5344CB8AC3E}">
        <p14:creationId xmlns:p14="http://schemas.microsoft.com/office/powerpoint/2010/main" val="1250341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553925" y="497144"/>
            <a:ext cx="2132875" cy="234218"/>
          </a:xfrm>
        </p:spPr>
        <p:txBody>
          <a:bodyPr/>
          <a:lstStyle>
            <a:lvl1pPr marL="0" indent="0" algn="r">
              <a:buNone/>
              <a:defRPr sz="1000" b="1">
                <a:solidFill>
                  <a:srgbClr val="003E74"/>
                </a:solidFill>
              </a:defRPr>
            </a:lvl1pPr>
            <a:lvl2pPr marL="457200" indent="0">
              <a:buNone/>
              <a:defRPr sz="1200">
                <a:solidFill>
                  <a:srgbClr val="003E74"/>
                </a:solidFill>
              </a:defRPr>
            </a:lvl2pPr>
            <a:lvl3pPr marL="914400" indent="0">
              <a:buNone/>
              <a:defRPr sz="1200">
                <a:solidFill>
                  <a:srgbClr val="003E74"/>
                </a:solidFill>
              </a:defRPr>
            </a:lvl3pPr>
            <a:lvl4pPr marL="1371600" indent="0">
              <a:buNone/>
              <a:defRPr sz="1200">
                <a:solidFill>
                  <a:srgbClr val="003E74"/>
                </a:solidFill>
              </a:defRPr>
            </a:lvl4pPr>
            <a:lvl5pPr marL="1828800" indent="0">
              <a:buNone/>
              <a:defRPr sz="1200">
                <a:solidFill>
                  <a:srgbClr val="003E74"/>
                </a:solidFill>
              </a:defRPr>
            </a:lvl5pPr>
          </a:lstStyle>
          <a:p>
            <a:pPr lvl="0"/>
            <a:r>
              <a:rPr lang="en-GB" dirty="0"/>
              <a:t>Click to edit presentation title</a:t>
            </a:r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7239941" y="738262"/>
            <a:ext cx="1446859" cy="192881"/>
          </a:xfrm>
        </p:spPr>
        <p:txBody>
          <a:bodyPr/>
          <a:lstStyle>
            <a:lvl1pPr marL="0" indent="0" algn="r">
              <a:buNone/>
              <a:defRPr sz="1000">
                <a:solidFill>
                  <a:srgbClr val="003E74"/>
                </a:solidFill>
              </a:defRPr>
            </a:lvl1pPr>
          </a:lstStyle>
          <a:p>
            <a:pPr lvl="0"/>
            <a:r>
              <a:rPr lang="en-US" dirty="0"/>
              <a:t>Click to add the date</a:t>
            </a:r>
          </a:p>
        </p:txBody>
      </p:sp>
    </p:spTree>
    <p:extLst>
      <p:ext uri="{BB962C8B-B14F-4D97-AF65-F5344CB8AC3E}">
        <p14:creationId xmlns:p14="http://schemas.microsoft.com/office/powerpoint/2010/main" val="406725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lege_Powerpoint_Background_16-9.png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5879" cy="51435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9936"/>
            <a:ext cx="8229600" cy="26134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115931"/>
            <a:ext cx="8229600" cy="380667"/>
          </a:xfrm>
          <a:prstGeom prst="rect">
            <a:avLst/>
          </a:prstGeom>
        </p:spPr>
        <p:txBody>
          <a:bodyPr vert="horz" lIns="0" tIns="45720" rIns="0" bIns="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5372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0" r:id="rId3"/>
    <p:sldLayoutId id="2147483652" r:id="rId4"/>
    <p:sldLayoutId id="2147483660" r:id="rId5"/>
    <p:sldLayoutId id="2147483657" r:id="rId6"/>
    <p:sldLayoutId id="2147483658" r:id="rId7"/>
    <p:sldLayoutId id="2147483659" r:id="rId8"/>
    <p:sldLayoutId id="2147483655" r:id="rId9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2400" b="1" kern="1200">
          <a:solidFill>
            <a:srgbClr val="0085CA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0085CA"/>
        </a:buClr>
        <a:buFont typeface="Arial"/>
        <a:buChar char="•"/>
        <a:defRPr sz="18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0085CA"/>
        </a:buClr>
        <a:buFont typeface="Arial"/>
        <a:buChar char="–"/>
        <a:defRPr sz="18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0085CA"/>
        </a:buClr>
        <a:buFont typeface="Arial"/>
        <a:buChar char="•"/>
        <a:defRPr sz="12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0085CA"/>
        </a:buClr>
        <a:buFont typeface="Arial"/>
        <a:buChar char="–"/>
        <a:defRPr sz="12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0085CA"/>
        </a:buClr>
        <a:buFont typeface="Arial"/>
        <a:buChar char="»"/>
        <a:defRPr sz="12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jpg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>
          <a:xfrm>
            <a:off x="457200" y="3082581"/>
            <a:ext cx="8229600" cy="718386"/>
          </a:xfrm>
        </p:spPr>
        <p:txBody>
          <a:bodyPr/>
          <a:lstStyle/>
          <a:p>
            <a:r>
              <a:rPr lang="en-US" dirty="0"/>
              <a:t>Live Q&amp;A – 26 February 2026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1159487"/>
            <a:ext cx="8229600" cy="1615001"/>
          </a:xfrm>
        </p:spPr>
        <p:txBody>
          <a:bodyPr/>
          <a:lstStyle/>
          <a:p>
            <a:r>
              <a:rPr lang="en-GB" dirty="0"/>
              <a:t>Multivariate Data Visualisation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Niall Adams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C5968F9C-7F5E-40C2-8D88-9D11D7D560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5165" y="497144"/>
            <a:ext cx="2511635" cy="222067"/>
          </a:xfrm>
        </p:spPr>
        <p:txBody>
          <a:bodyPr/>
          <a:lstStyle/>
          <a:p>
            <a:r>
              <a:rPr lang="en-US" dirty="0"/>
              <a:t>MSc Machine Learning &amp; Data Science</a:t>
            </a:r>
          </a:p>
          <a:p>
            <a:endParaRPr lang="en-US" dirty="0"/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2F7F4247-E1BB-439A-BD01-D87BBB324AF0}"/>
              </a:ext>
            </a:extLst>
          </p:cNvPr>
          <p:cNvSpPr txBox="1">
            <a:spLocks/>
          </p:cNvSpPr>
          <p:nvPr/>
        </p:nvSpPr>
        <p:spPr>
          <a:xfrm>
            <a:off x="6046471" y="738262"/>
            <a:ext cx="2640330" cy="1928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1000" dirty="0">
                <a:solidFill>
                  <a:schemeClr val="tx2"/>
                </a:solidFill>
              </a:rPr>
              <a:t>Exploratory Data Analysis &amp; Visualisation</a:t>
            </a:r>
          </a:p>
        </p:txBody>
      </p:sp>
    </p:spTree>
    <p:extLst>
      <p:ext uri="{BB962C8B-B14F-4D97-AF65-F5344CB8AC3E}">
        <p14:creationId xmlns:p14="http://schemas.microsoft.com/office/powerpoint/2010/main" val="518359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15931"/>
            <a:ext cx="8229600" cy="380667"/>
          </a:xfrm>
        </p:spPr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2062"/>
            <a:ext cx="8229600" cy="2613435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Clarification of two points from the R lab</a:t>
            </a:r>
          </a:p>
          <a:p>
            <a:endParaRPr lang="en-US" dirty="0"/>
          </a:p>
          <a:p>
            <a:r>
              <a:rPr lang="en-US" dirty="0"/>
              <a:t>Faceting</a:t>
            </a:r>
          </a:p>
          <a:p>
            <a:endParaRPr lang="en-US" dirty="0"/>
          </a:p>
          <a:p>
            <a:r>
              <a:rPr lang="en-US" dirty="0" err="1"/>
              <a:t>Categorising</a:t>
            </a:r>
            <a:r>
              <a:rPr lang="en-US" dirty="0"/>
              <a:t> multivariate data </a:t>
            </a:r>
            <a:r>
              <a:rPr lang="en-US" dirty="0" err="1"/>
              <a:t>visualisations</a:t>
            </a:r>
            <a:endParaRPr lang="en-US" dirty="0"/>
          </a:p>
          <a:p>
            <a:endParaRPr lang="en-US" dirty="0"/>
          </a:p>
          <a:p>
            <a:r>
              <a:rPr lang="en-US" dirty="0"/>
              <a:t>Q&amp;A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EBB50E7-BF05-4BED-BC8F-9DD7F51EC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5165" y="497144"/>
            <a:ext cx="2511635" cy="222067"/>
          </a:xfrm>
        </p:spPr>
        <p:txBody>
          <a:bodyPr/>
          <a:lstStyle/>
          <a:p>
            <a:r>
              <a:rPr lang="en-US" dirty="0"/>
              <a:t>MSc Machine Learning &amp; Data Science</a:t>
            </a:r>
          </a:p>
          <a:p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524489C-7A2D-4155-9005-02F6D805066C}"/>
              </a:ext>
            </a:extLst>
          </p:cNvPr>
          <p:cNvSpPr txBox="1">
            <a:spLocks/>
          </p:cNvSpPr>
          <p:nvPr/>
        </p:nvSpPr>
        <p:spPr>
          <a:xfrm>
            <a:off x="6046471" y="738262"/>
            <a:ext cx="2640330" cy="1928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1000" dirty="0">
                <a:solidFill>
                  <a:schemeClr val="tx2"/>
                </a:solidFill>
              </a:rPr>
              <a:t>Exploratory Data Analysis &amp; Visualisation</a:t>
            </a:r>
          </a:p>
        </p:txBody>
      </p:sp>
    </p:spTree>
    <p:extLst>
      <p:ext uri="{BB962C8B-B14F-4D97-AF65-F5344CB8AC3E}">
        <p14:creationId xmlns:p14="http://schemas.microsoft.com/office/powerpoint/2010/main" val="42646501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EE5C87D-D989-B960-CF5C-87B3E61A08D3}"/>
              </a:ext>
            </a:extLst>
          </p:cNvPr>
          <p:cNvSpPr txBox="1">
            <a:spLocks/>
          </p:cNvSpPr>
          <p:nvPr/>
        </p:nvSpPr>
        <p:spPr>
          <a:xfrm>
            <a:off x="457200" y="1759936"/>
            <a:ext cx="8229600" cy="261343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What is a glyph?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15931"/>
            <a:ext cx="8229600" cy="380667"/>
          </a:xfrm>
        </p:spPr>
        <p:txBody>
          <a:bodyPr/>
          <a:lstStyle/>
          <a:p>
            <a:r>
              <a:rPr lang="en-US" dirty="0"/>
              <a:t>Clarification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a glyph?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EBB50E7-BF05-4BED-BC8F-9DD7F51EC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5165" y="497144"/>
            <a:ext cx="2511635" cy="222067"/>
          </a:xfrm>
        </p:spPr>
        <p:txBody>
          <a:bodyPr/>
          <a:lstStyle/>
          <a:p>
            <a:r>
              <a:rPr lang="en-US" dirty="0"/>
              <a:t>MSc Machine Learning &amp; Data Science</a:t>
            </a:r>
          </a:p>
          <a:p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524489C-7A2D-4155-9005-02F6D805066C}"/>
              </a:ext>
            </a:extLst>
          </p:cNvPr>
          <p:cNvSpPr txBox="1">
            <a:spLocks/>
          </p:cNvSpPr>
          <p:nvPr/>
        </p:nvSpPr>
        <p:spPr>
          <a:xfrm>
            <a:off x="6046471" y="738262"/>
            <a:ext cx="2640330" cy="1928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1000" dirty="0">
                <a:solidFill>
                  <a:schemeClr val="tx2"/>
                </a:solidFill>
              </a:rPr>
              <a:t>Exploratory Data Analysis &amp; Visualisation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9D429D5-0A01-FDDC-8D03-53B605582A49}"/>
              </a:ext>
            </a:extLst>
          </p:cNvPr>
          <p:cNvSpPr txBox="1">
            <a:spLocks/>
          </p:cNvSpPr>
          <p:nvPr/>
        </p:nvSpPr>
        <p:spPr>
          <a:xfrm>
            <a:off x="457200" y="1115931"/>
            <a:ext cx="8229600" cy="380667"/>
          </a:xfrm>
          <a:prstGeom prst="rect">
            <a:avLst/>
          </a:prstGeom>
        </p:spPr>
        <p:txBody>
          <a:bodyPr vert="horz" lIns="0" tIns="45720" rIns="0" bIns="0" rtlCol="0" anchor="ctr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400" b="1" kern="1200">
                <a:solidFill>
                  <a:srgbClr val="0085CA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n-US"/>
              <a:t>Clarification</a:t>
            </a:r>
            <a:endParaRPr lang="en-US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E13B8191-40BB-AEF5-DCC2-AA714F1BD1BA}"/>
              </a:ext>
            </a:extLst>
          </p:cNvPr>
          <p:cNvSpPr txBox="1">
            <a:spLocks/>
          </p:cNvSpPr>
          <p:nvPr/>
        </p:nvSpPr>
        <p:spPr>
          <a:xfrm>
            <a:off x="6046471" y="738262"/>
            <a:ext cx="2640330" cy="1928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1000" dirty="0">
                <a:solidFill>
                  <a:schemeClr val="tx2"/>
                </a:solidFill>
              </a:rPr>
              <a:t>Exploratory Data Analysis &amp; Visualisation</a:t>
            </a:r>
          </a:p>
        </p:txBody>
      </p:sp>
      <p:pic>
        <p:nvPicPr>
          <p:cNvPr id="13" name="Picture 2" descr="Scales for shapes, aka glyphs — scale_shape • ggplot2">
            <a:extLst>
              <a:ext uri="{FF2B5EF4-FFF2-40B4-BE49-F238E27FC236}">
                <a16:creationId xmlns:a16="http://schemas.microsoft.com/office/drawing/2014/main" id="{B522D4C8-3E53-A28E-4FF6-D12B79AC5B4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78" r="47337" b="61417"/>
          <a:stretch/>
        </p:blipFill>
        <p:spPr bwMode="auto">
          <a:xfrm>
            <a:off x="3445931" y="215351"/>
            <a:ext cx="2733870" cy="1400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E08E184-4689-21E8-60E4-89D02F169474}"/>
              </a:ext>
            </a:extLst>
          </p:cNvPr>
          <p:cNvSpPr txBox="1"/>
          <p:nvPr/>
        </p:nvSpPr>
        <p:spPr>
          <a:xfrm>
            <a:off x="183983" y="2458551"/>
            <a:ext cx="49792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geom_point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aes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(shape = Species)))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61CCB1-AFDA-11FD-70E1-6680DDDC79C7}"/>
              </a:ext>
            </a:extLst>
          </p:cNvPr>
          <p:cNvSpPr txBox="1"/>
          <p:nvPr/>
        </p:nvSpPr>
        <p:spPr>
          <a:xfrm>
            <a:off x="67368" y="3218565"/>
            <a:ext cx="47340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+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scale_shape_manual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values 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c(5,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1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6,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17))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6" name="Picture 4" descr="GGPLOT Point Shapes Best Tips - Datanovia">
            <a:extLst>
              <a:ext uri="{FF2B5EF4-FFF2-40B4-BE49-F238E27FC236}">
                <a16:creationId xmlns:a16="http://schemas.microsoft.com/office/drawing/2014/main" id="{C0AA005E-C3D9-3463-6DA8-0121E87119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6599" y="1454054"/>
            <a:ext cx="3913418" cy="3130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24896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F7C5C-811A-993E-2AA4-6C52ECD3D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Faceting</a:t>
            </a:r>
          </a:p>
        </p:txBody>
      </p:sp>
      <p:pic>
        <p:nvPicPr>
          <p:cNvPr id="1026" name="Picture 2" descr="r - How to change certain aesthetics of facet_grid ggplot? - Stack Overflow">
            <a:extLst>
              <a:ext uri="{FF2B5EF4-FFF2-40B4-BE49-F238E27FC236}">
                <a16:creationId xmlns:a16="http://schemas.microsoft.com/office/drawing/2014/main" id="{71777C7E-AA3B-7E39-AF34-6DBA911A2B4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0757" y="1115931"/>
            <a:ext cx="4126336" cy="3454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EFC511AE-7CA0-2252-236D-7AA1B4BEB534}"/>
              </a:ext>
            </a:extLst>
          </p:cNvPr>
          <p:cNvSpPr txBox="1">
            <a:spLocks/>
          </p:cNvSpPr>
          <p:nvPr/>
        </p:nvSpPr>
        <p:spPr>
          <a:xfrm>
            <a:off x="457200" y="1637732"/>
            <a:ext cx="3963850" cy="273564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»"/>
              <a:defRPr sz="1200" kern="1200">
                <a:solidFill>
                  <a:schemeClr val="tx1"/>
                </a:solidFill>
                <a:latin typeface="+mn-lt"/>
                <a:ea typeface="+mn-ea"/>
                <a:cs typeface="Arial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buFont typeface="Arial"/>
              <a:buNone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Plot 2D data across levels of a third (and fourth) variable</a:t>
            </a:r>
          </a:p>
          <a:p>
            <a:endParaRPr lang="en-GB" dirty="0"/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 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facet_grid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GB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y~x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GB" sz="1400" dirty="0">
              <a:solidFill>
                <a:srgbClr val="FF0000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2417C398-1493-0641-E32D-175D5E9A4E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5165" y="497144"/>
            <a:ext cx="2511635" cy="222067"/>
          </a:xfrm>
        </p:spPr>
        <p:txBody>
          <a:bodyPr/>
          <a:lstStyle/>
          <a:p>
            <a:r>
              <a:rPr lang="en-US" dirty="0"/>
              <a:t>MSc Machine Learning &amp; Data Science</a:t>
            </a:r>
          </a:p>
          <a:p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E0582F7-F827-DF43-C93A-7AC552F13568}"/>
              </a:ext>
            </a:extLst>
          </p:cNvPr>
          <p:cNvSpPr txBox="1">
            <a:spLocks/>
          </p:cNvSpPr>
          <p:nvPr/>
        </p:nvSpPr>
        <p:spPr>
          <a:xfrm>
            <a:off x="6046471" y="738262"/>
            <a:ext cx="2640330" cy="1928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1000" dirty="0">
                <a:solidFill>
                  <a:schemeClr val="tx2"/>
                </a:solidFill>
              </a:rPr>
              <a:t>Exploratory Data Analysis &amp; Visualisation</a:t>
            </a:r>
          </a:p>
        </p:txBody>
      </p:sp>
    </p:spTree>
    <p:extLst>
      <p:ext uri="{BB962C8B-B14F-4D97-AF65-F5344CB8AC3E}">
        <p14:creationId xmlns:p14="http://schemas.microsoft.com/office/powerpoint/2010/main" val="766070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15931"/>
            <a:ext cx="8229600" cy="380667"/>
          </a:xfrm>
        </p:spPr>
        <p:txBody>
          <a:bodyPr/>
          <a:lstStyle/>
          <a:p>
            <a:r>
              <a:rPr lang="en-US" dirty="0" err="1"/>
              <a:t>Categorising</a:t>
            </a:r>
            <a:r>
              <a:rPr lang="en-US" dirty="0"/>
              <a:t> Multivariate Data </a:t>
            </a:r>
            <a:r>
              <a:rPr lang="en-US" dirty="0" err="1"/>
              <a:t>Visualisations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on three categories:</a:t>
            </a:r>
          </a:p>
          <a:p>
            <a:pPr lvl="1"/>
            <a:r>
              <a:rPr lang="en-US" dirty="0"/>
              <a:t>Geometric projections</a:t>
            </a:r>
          </a:p>
          <a:p>
            <a:pPr lvl="1"/>
            <a:r>
              <a:rPr lang="en-US" dirty="0"/>
              <a:t>Icon-based </a:t>
            </a:r>
            <a:r>
              <a:rPr lang="en-US" dirty="0" err="1"/>
              <a:t>visualisations</a:t>
            </a:r>
            <a:endParaRPr lang="en-US" dirty="0"/>
          </a:p>
          <a:p>
            <a:pPr lvl="1"/>
            <a:r>
              <a:rPr lang="en-US" dirty="0"/>
              <a:t>Hierarchical </a:t>
            </a:r>
            <a:r>
              <a:rPr lang="en-US" dirty="0" err="1"/>
              <a:t>visualisations</a:t>
            </a:r>
            <a:endParaRPr lang="en-US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EBB50E7-BF05-4BED-BC8F-9DD7F51EC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5165" y="497144"/>
            <a:ext cx="2511635" cy="222067"/>
          </a:xfrm>
        </p:spPr>
        <p:txBody>
          <a:bodyPr/>
          <a:lstStyle/>
          <a:p>
            <a:r>
              <a:rPr lang="en-US" dirty="0"/>
              <a:t>MSc Machine Learning &amp; Data Science</a:t>
            </a:r>
          </a:p>
          <a:p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524489C-7A2D-4155-9005-02F6D805066C}"/>
              </a:ext>
            </a:extLst>
          </p:cNvPr>
          <p:cNvSpPr txBox="1">
            <a:spLocks/>
          </p:cNvSpPr>
          <p:nvPr/>
        </p:nvSpPr>
        <p:spPr>
          <a:xfrm>
            <a:off x="6046471" y="738262"/>
            <a:ext cx="2640330" cy="1928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1000" dirty="0">
                <a:solidFill>
                  <a:schemeClr val="tx2"/>
                </a:solidFill>
              </a:rPr>
              <a:t>Exploratory Data Analysis &amp; Visualisation</a:t>
            </a:r>
          </a:p>
        </p:txBody>
      </p:sp>
    </p:spTree>
    <p:extLst>
      <p:ext uri="{BB962C8B-B14F-4D97-AF65-F5344CB8AC3E}">
        <p14:creationId xmlns:p14="http://schemas.microsoft.com/office/powerpoint/2010/main" val="102430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15931"/>
            <a:ext cx="8229600" cy="380667"/>
          </a:xfrm>
        </p:spPr>
        <p:txBody>
          <a:bodyPr/>
          <a:lstStyle/>
          <a:p>
            <a:r>
              <a:rPr lang="en-US" dirty="0" err="1"/>
              <a:t>Categorising</a:t>
            </a:r>
            <a:r>
              <a:rPr lang="en-US" dirty="0"/>
              <a:t> Multivariate Data </a:t>
            </a:r>
            <a:r>
              <a:rPr lang="en-US" dirty="0" err="1"/>
              <a:t>Visualisations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Focus on three categories:</a:t>
            </a:r>
          </a:p>
          <a:p>
            <a:pPr lvl="1"/>
            <a:r>
              <a:rPr lang="en-US" dirty="0"/>
              <a:t>Geometric projections</a:t>
            </a:r>
          </a:p>
          <a:p>
            <a:pPr lvl="1"/>
            <a:r>
              <a:rPr lang="en-US" dirty="0"/>
              <a:t>Icon-based </a:t>
            </a:r>
            <a:r>
              <a:rPr lang="en-US" dirty="0" err="1"/>
              <a:t>visualisations</a:t>
            </a:r>
            <a:endParaRPr lang="en-US" dirty="0"/>
          </a:p>
          <a:p>
            <a:pPr lvl="1"/>
            <a:r>
              <a:rPr lang="en-US" dirty="0"/>
              <a:t>Hierarchical </a:t>
            </a:r>
            <a:r>
              <a:rPr lang="en-US" dirty="0" err="1"/>
              <a:t>visualisations</a:t>
            </a:r>
            <a:endParaRPr lang="en-US" dirty="0"/>
          </a:p>
          <a:p>
            <a:pPr marL="457200" lvl="1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   (Pixel-oriented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visualisations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   (Graph-based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visualisations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)</a:t>
            </a:r>
          </a:p>
          <a:p>
            <a:pPr marL="457200" lvl="1" indent="0">
              <a:buNone/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    …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EBB50E7-BF05-4BED-BC8F-9DD7F51EC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5165" y="497144"/>
            <a:ext cx="2511635" cy="222067"/>
          </a:xfrm>
        </p:spPr>
        <p:txBody>
          <a:bodyPr/>
          <a:lstStyle/>
          <a:p>
            <a:r>
              <a:rPr lang="en-US" dirty="0"/>
              <a:t>MSc Machine Learning &amp; Data Science</a:t>
            </a:r>
          </a:p>
          <a:p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524489C-7A2D-4155-9005-02F6D805066C}"/>
              </a:ext>
            </a:extLst>
          </p:cNvPr>
          <p:cNvSpPr txBox="1">
            <a:spLocks/>
          </p:cNvSpPr>
          <p:nvPr/>
        </p:nvSpPr>
        <p:spPr>
          <a:xfrm>
            <a:off x="6046471" y="738262"/>
            <a:ext cx="2640330" cy="1928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1000" dirty="0">
                <a:solidFill>
                  <a:schemeClr val="tx2"/>
                </a:solidFill>
              </a:rPr>
              <a:t>Exploratory Data Analysis &amp; Visualisation</a:t>
            </a:r>
          </a:p>
        </p:txBody>
      </p:sp>
    </p:spTree>
    <p:extLst>
      <p:ext uri="{BB962C8B-B14F-4D97-AF65-F5344CB8AC3E}">
        <p14:creationId xmlns:p14="http://schemas.microsoft.com/office/powerpoint/2010/main" val="2465461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15931"/>
            <a:ext cx="8229600" cy="380667"/>
          </a:xfrm>
        </p:spPr>
        <p:txBody>
          <a:bodyPr/>
          <a:lstStyle/>
          <a:p>
            <a:r>
              <a:rPr lang="en-US" dirty="0"/>
              <a:t>Geometric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9936"/>
            <a:ext cx="5110223" cy="2613435"/>
          </a:xfrm>
        </p:spPr>
        <p:txBody>
          <a:bodyPr/>
          <a:lstStyle/>
          <a:p>
            <a:r>
              <a:rPr lang="en-US" sz="1600" dirty="0"/>
              <a:t>Generally…</a:t>
            </a:r>
          </a:p>
          <a:p>
            <a:pPr lvl="1"/>
            <a:r>
              <a:rPr lang="en-GB" sz="1400" dirty="0"/>
              <a:t>data is transformed and projected onto a set of geometric axes…</a:t>
            </a:r>
          </a:p>
          <a:p>
            <a:pPr lvl="1"/>
            <a:r>
              <a:rPr lang="en-GB" sz="1400" dirty="0"/>
              <a:t>coordinates with respect to these axes represent different variables.</a:t>
            </a:r>
          </a:p>
          <a:p>
            <a:pPr lvl="1"/>
            <a:endParaRPr lang="en-GB" sz="1600" dirty="0"/>
          </a:p>
          <a:p>
            <a:endParaRPr lang="en-US" sz="1600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EBB50E7-BF05-4BED-BC8F-9DD7F51EC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5165" y="497144"/>
            <a:ext cx="2511635" cy="222067"/>
          </a:xfrm>
        </p:spPr>
        <p:txBody>
          <a:bodyPr/>
          <a:lstStyle/>
          <a:p>
            <a:r>
              <a:rPr lang="en-US" dirty="0"/>
              <a:t>MSc Machine Learning &amp; Data Science</a:t>
            </a:r>
          </a:p>
          <a:p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524489C-7A2D-4155-9005-02F6D805066C}"/>
              </a:ext>
            </a:extLst>
          </p:cNvPr>
          <p:cNvSpPr txBox="1">
            <a:spLocks/>
          </p:cNvSpPr>
          <p:nvPr/>
        </p:nvSpPr>
        <p:spPr>
          <a:xfrm>
            <a:off x="6046471" y="738262"/>
            <a:ext cx="2640330" cy="1928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1000" dirty="0">
                <a:solidFill>
                  <a:schemeClr val="tx2"/>
                </a:solidFill>
              </a:rPr>
              <a:t>Exploratory Data Analysis &amp; Visualisation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447E3A-C33F-4579-8633-50FE7E5CDC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8056" y="1420405"/>
            <a:ext cx="3701695" cy="2554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2520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23EE3C6-9B0D-40C6-983D-308E08E34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1205" y="1436381"/>
            <a:ext cx="3678545" cy="253865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15931"/>
            <a:ext cx="8229600" cy="380667"/>
          </a:xfrm>
        </p:spPr>
        <p:txBody>
          <a:bodyPr/>
          <a:lstStyle/>
          <a:p>
            <a:r>
              <a:rPr lang="en-US" dirty="0"/>
              <a:t>Geometric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9936"/>
            <a:ext cx="5144947" cy="2613435"/>
          </a:xfrm>
        </p:spPr>
        <p:txBody>
          <a:bodyPr/>
          <a:lstStyle/>
          <a:p>
            <a:r>
              <a:rPr lang="en-US" sz="1600" dirty="0"/>
              <a:t>Generally…</a:t>
            </a:r>
          </a:p>
          <a:p>
            <a:pPr lvl="1"/>
            <a:r>
              <a:rPr lang="en-GB" sz="1400" dirty="0"/>
              <a:t>data is transformed and projected onto a set of geometric axes…</a:t>
            </a:r>
          </a:p>
          <a:p>
            <a:pPr lvl="1"/>
            <a:r>
              <a:rPr lang="en-GB" sz="1400" dirty="0"/>
              <a:t>coordinates with respect to these axes represent different variables.</a:t>
            </a:r>
          </a:p>
          <a:p>
            <a:pPr lvl="1"/>
            <a:endParaRPr lang="en-GB" sz="1600" dirty="0"/>
          </a:p>
          <a:p>
            <a:r>
              <a:rPr lang="en-GB" sz="1600" dirty="0"/>
              <a:t>Allows for projection from higher dimensions (e.g. using PCA…)</a:t>
            </a:r>
          </a:p>
          <a:p>
            <a:r>
              <a:rPr lang="en-GB" sz="1600" dirty="0"/>
              <a:t>Allows for alternative configurations of axes…</a:t>
            </a:r>
          </a:p>
          <a:p>
            <a:endParaRPr lang="en-GB" sz="1600" dirty="0"/>
          </a:p>
          <a:p>
            <a:endParaRPr lang="en-US" sz="1600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EBB50E7-BF05-4BED-BC8F-9DD7F51EC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5165" y="497144"/>
            <a:ext cx="2511635" cy="222067"/>
          </a:xfrm>
        </p:spPr>
        <p:txBody>
          <a:bodyPr/>
          <a:lstStyle/>
          <a:p>
            <a:r>
              <a:rPr lang="en-US" dirty="0"/>
              <a:t>MSc Machine Learning &amp; Data Science</a:t>
            </a:r>
          </a:p>
          <a:p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524489C-7A2D-4155-9005-02F6D805066C}"/>
              </a:ext>
            </a:extLst>
          </p:cNvPr>
          <p:cNvSpPr txBox="1">
            <a:spLocks/>
          </p:cNvSpPr>
          <p:nvPr/>
        </p:nvSpPr>
        <p:spPr>
          <a:xfrm>
            <a:off x="6046471" y="738262"/>
            <a:ext cx="2640330" cy="1928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1000" dirty="0">
                <a:solidFill>
                  <a:schemeClr val="tx2"/>
                </a:solidFill>
              </a:rPr>
              <a:t>Exploratory Data Analysis &amp; Visualisation</a:t>
            </a:r>
          </a:p>
        </p:txBody>
      </p:sp>
    </p:spTree>
    <p:extLst>
      <p:ext uri="{BB962C8B-B14F-4D97-AF65-F5344CB8AC3E}">
        <p14:creationId xmlns:p14="http://schemas.microsoft.com/office/powerpoint/2010/main" val="3436082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15931"/>
            <a:ext cx="8229600" cy="380667"/>
          </a:xfrm>
        </p:spPr>
        <p:txBody>
          <a:bodyPr/>
          <a:lstStyle/>
          <a:p>
            <a:r>
              <a:rPr lang="en-US" dirty="0"/>
              <a:t>Geometric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9936"/>
            <a:ext cx="6200775" cy="2613435"/>
          </a:xfrm>
        </p:spPr>
        <p:txBody>
          <a:bodyPr/>
          <a:lstStyle/>
          <a:p>
            <a:r>
              <a:rPr lang="en-US" sz="1400" dirty="0"/>
              <a:t>Generally…</a:t>
            </a:r>
          </a:p>
          <a:p>
            <a:pPr lvl="1"/>
            <a:r>
              <a:rPr lang="en-GB" sz="1200" dirty="0"/>
              <a:t>data is transformed and projected onto a set of geometric axes…</a:t>
            </a:r>
          </a:p>
          <a:p>
            <a:pPr lvl="1"/>
            <a:r>
              <a:rPr lang="en-GB" sz="1200" dirty="0"/>
              <a:t>coordinates with respect to these axes represent different variables.</a:t>
            </a:r>
          </a:p>
          <a:p>
            <a:pPr lvl="1"/>
            <a:endParaRPr lang="en-GB" sz="1400" dirty="0"/>
          </a:p>
          <a:p>
            <a:r>
              <a:rPr lang="en-GB" sz="1400" dirty="0"/>
              <a:t>Allows for projection from higher dimensions (e.g. using PCA…)</a:t>
            </a:r>
          </a:p>
          <a:p>
            <a:r>
              <a:rPr lang="en-GB" sz="1400" dirty="0"/>
              <a:t>Allows for alternative configurations of axes…</a:t>
            </a:r>
          </a:p>
          <a:p>
            <a:endParaRPr lang="en-GB" sz="1400" dirty="0"/>
          </a:p>
          <a:p>
            <a:endParaRPr lang="en-US" sz="1400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EBB50E7-BF05-4BED-BC8F-9DD7F51EC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5165" y="497144"/>
            <a:ext cx="2511635" cy="222067"/>
          </a:xfrm>
        </p:spPr>
        <p:txBody>
          <a:bodyPr/>
          <a:lstStyle/>
          <a:p>
            <a:r>
              <a:rPr lang="en-US" dirty="0"/>
              <a:t>MSc Machine Learning &amp; Data Science</a:t>
            </a:r>
          </a:p>
          <a:p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524489C-7A2D-4155-9005-02F6D805066C}"/>
              </a:ext>
            </a:extLst>
          </p:cNvPr>
          <p:cNvSpPr txBox="1">
            <a:spLocks/>
          </p:cNvSpPr>
          <p:nvPr/>
        </p:nvSpPr>
        <p:spPr>
          <a:xfrm>
            <a:off x="6046471" y="738262"/>
            <a:ext cx="2640330" cy="1928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1000" dirty="0">
                <a:solidFill>
                  <a:schemeClr val="tx2"/>
                </a:solidFill>
              </a:rPr>
              <a:t>Exploratory Data Analysis &amp; Visualisation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566EBF-9DEB-43B9-9FC2-87446145B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0819" y="1851843"/>
            <a:ext cx="2462994" cy="24296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3430554-B536-4627-9443-7AF4DC3AB0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9363" y="1612333"/>
            <a:ext cx="2944450" cy="290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6836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15931"/>
            <a:ext cx="8229600" cy="380667"/>
          </a:xfrm>
        </p:spPr>
        <p:txBody>
          <a:bodyPr/>
          <a:lstStyle/>
          <a:p>
            <a:r>
              <a:rPr lang="en-US" dirty="0"/>
              <a:t>Geometric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9936"/>
            <a:ext cx="6200775" cy="2613435"/>
          </a:xfrm>
        </p:spPr>
        <p:txBody>
          <a:bodyPr/>
          <a:lstStyle/>
          <a:p>
            <a:r>
              <a:rPr lang="en-US" sz="1400" dirty="0"/>
              <a:t>Generally…</a:t>
            </a:r>
          </a:p>
          <a:p>
            <a:pPr lvl="1"/>
            <a:r>
              <a:rPr lang="en-GB" sz="1200" dirty="0"/>
              <a:t>data is transformed and projected onto a set of geometric axes…</a:t>
            </a:r>
          </a:p>
          <a:p>
            <a:pPr lvl="1"/>
            <a:r>
              <a:rPr lang="en-GB" sz="1200" dirty="0"/>
              <a:t>coordinates with respect to these axes represent different variables.</a:t>
            </a:r>
          </a:p>
          <a:p>
            <a:pPr lvl="1"/>
            <a:endParaRPr lang="en-GB" sz="1400" dirty="0"/>
          </a:p>
          <a:p>
            <a:r>
              <a:rPr lang="en-GB" sz="1400" dirty="0"/>
              <a:t>Allows for projection from higher dimensions (e.g. using PCA…)</a:t>
            </a:r>
          </a:p>
          <a:p>
            <a:r>
              <a:rPr lang="en-GB" sz="1400" dirty="0"/>
              <a:t>Allows for alternative configurations of axes…</a:t>
            </a:r>
          </a:p>
          <a:p>
            <a:endParaRPr lang="en-GB" sz="1400" dirty="0"/>
          </a:p>
          <a:p>
            <a:r>
              <a:rPr lang="en-GB" sz="1400" dirty="0"/>
              <a:t>Advantages:       good for finding outliers &amp; correlations</a:t>
            </a:r>
          </a:p>
          <a:p>
            <a:r>
              <a:rPr lang="en-GB" sz="1400" dirty="0"/>
              <a:t>Disadvantages:   large datasets can lead to cluttered visualisations</a:t>
            </a:r>
          </a:p>
          <a:p>
            <a:endParaRPr lang="en-US" sz="1400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EBB50E7-BF05-4BED-BC8F-9DD7F51EC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5165" y="497144"/>
            <a:ext cx="2511635" cy="222067"/>
          </a:xfrm>
        </p:spPr>
        <p:txBody>
          <a:bodyPr/>
          <a:lstStyle/>
          <a:p>
            <a:r>
              <a:rPr lang="en-US" dirty="0"/>
              <a:t>MSc Machine Learning &amp; Data Science</a:t>
            </a:r>
          </a:p>
          <a:p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524489C-7A2D-4155-9005-02F6D805066C}"/>
              </a:ext>
            </a:extLst>
          </p:cNvPr>
          <p:cNvSpPr txBox="1">
            <a:spLocks/>
          </p:cNvSpPr>
          <p:nvPr/>
        </p:nvSpPr>
        <p:spPr>
          <a:xfrm>
            <a:off x="6046471" y="738262"/>
            <a:ext cx="2640330" cy="1928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1000" dirty="0">
                <a:solidFill>
                  <a:schemeClr val="tx2"/>
                </a:solidFill>
              </a:rPr>
              <a:t>Exploratory Data Analysis &amp; Visualisation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6230D1-D2BB-41FF-814F-D87B7AAAC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9363" y="1612333"/>
            <a:ext cx="2944450" cy="290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433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15931"/>
            <a:ext cx="8229600" cy="380667"/>
          </a:xfrm>
        </p:spPr>
        <p:txBody>
          <a:bodyPr/>
          <a:lstStyle/>
          <a:p>
            <a:r>
              <a:rPr lang="en-US" dirty="0"/>
              <a:t>Icon-based </a:t>
            </a:r>
            <a:r>
              <a:rPr lang="en-US" dirty="0" err="1"/>
              <a:t>Visualisation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/>
              <a:t>Using glyphs to represent multivariate observations</a:t>
            </a:r>
          </a:p>
          <a:p>
            <a:pPr lvl="1"/>
            <a:r>
              <a:rPr lang="en-US" sz="1400" dirty="0"/>
              <a:t>values of different variables control different glyph characteristics</a:t>
            </a:r>
          </a:p>
          <a:p>
            <a:pPr lvl="1"/>
            <a:endParaRPr lang="en-US" sz="1400" dirty="0"/>
          </a:p>
          <a:p>
            <a:r>
              <a:rPr lang="en-US" sz="1400" dirty="0"/>
              <a:t>Many weird and wonderful examples!</a:t>
            </a:r>
          </a:p>
          <a:p>
            <a:endParaRPr lang="en-US" sz="1400" dirty="0"/>
          </a:p>
          <a:p>
            <a:r>
              <a:rPr lang="en-US" sz="1400" dirty="0"/>
              <a:t>Can be v useful for </a:t>
            </a:r>
            <a:r>
              <a:rPr lang="en-US" sz="1400" dirty="0" err="1"/>
              <a:t>visualisation</a:t>
            </a:r>
            <a:r>
              <a:rPr lang="en-US" sz="1400" dirty="0"/>
              <a:t> for communication…</a:t>
            </a:r>
          </a:p>
          <a:p>
            <a:pPr lvl="1"/>
            <a:r>
              <a:rPr lang="en-US" sz="1400" dirty="0"/>
              <a:t>Well-chosen glyphs can be extremely interpretable</a:t>
            </a:r>
          </a:p>
          <a:p>
            <a:pPr lvl="1"/>
            <a:endParaRPr lang="en-US" sz="1400" dirty="0"/>
          </a:p>
          <a:p>
            <a:r>
              <a:rPr lang="en-US" sz="1400" dirty="0"/>
              <a:t>Less useful for exploratory data analysis</a:t>
            </a:r>
          </a:p>
          <a:p>
            <a:pPr lvl="1"/>
            <a:endParaRPr lang="en-US" sz="1400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EBB50E7-BF05-4BED-BC8F-9DD7F51EC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5165" y="497144"/>
            <a:ext cx="2511635" cy="222067"/>
          </a:xfrm>
        </p:spPr>
        <p:txBody>
          <a:bodyPr/>
          <a:lstStyle/>
          <a:p>
            <a:r>
              <a:rPr lang="en-US" dirty="0"/>
              <a:t>MSc Machine Learning &amp; Data Science</a:t>
            </a:r>
          </a:p>
          <a:p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524489C-7A2D-4155-9005-02F6D805066C}"/>
              </a:ext>
            </a:extLst>
          </p:cNvPr>
          <p:cNvSpPr txBox="1">
            <a:spLocks/>
          </p:cNvSpPr>
          <p:nvPr/>
        </p:nvSpPr>
        <p:spPr>
          <a:xfrm>
            <a:off x="6046471" y="738262"/>
            <a:ext cx="2640330" cy="1928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1000" dirty="0">
                <a:solidFill>
                  <a:schemeClr val="tx2"/>
                </a:solidFill>
              </a:rPr>
              <a:t>Exploratory Data Analysis &amp; Visualisation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C7FA0BE-B0F3-4408-B934-9D7D2D5150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14328" y="1328810"/>
            <a:ext cx="1743074" cy="1297326"/>
          </a:xfrm>
          <a:prstGeom prst="rect">
            <a:avLst/>
          </a:prstGeom>
        </p:spPr>
      </p:pic>
      <p:pic>
        <p:nvPicPr>
          <p:cNvPr id="8" name="Picture 7" descr="Shape, polygon&#10;&#10;Description automatically generated">
            <a:extLst>
              <a:ext uri="{FF2B5EF4-FFF2-40B4-BE49-F238E27FC236}">
                <a16:creationId xmlns:a16="http://schemas.microsoft.com/office/drawing/2014/main" id="{CA34515E-A360-4418-9C05-8B8A08E8E0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6348" y="3530409"/>
            <a:ext cx="2359034" cy="842962"/>
          </a:xfrm>
          <a:prstGeom prst="rect">
            <a:avLst/>
          </a:prstGeom>
        </p:spPr>
      </p:pic>
      <p:pic>
        <p:nvPicPr>
          <p:cNvPr id="1026" name="Picture 2" descr="Profile glyphs, star glyphs, and pie glyphs of a subset of data... |  Download Scientific Diagram">
            <a:extLst>
              <a:ext uri="{FF2B5EF4-FFF2-40B4-BE49-F238E27FC236}">
                <a16:creationId xmlns:a16="http://schemas.microsoft.com/office/drawing/2014/main" id="{CE0E2A5D-67EE-4A60-B9C3-5A6142B6B5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5968"/>
          <a:stretch/>
        </p:blipFill>
        <p:spPr bwMode="auto">
          <a:xfrm>
            <a:off x="6314278" y="2623531"/>
            <a:ext cx="2543174" cy="34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Profile glyphs, star glyphs, and pie glyphs of a subset of data... |  Download Scientific Diagram">
            <a:extLst>
              <a:ext uri="{FF2B5EF4-FFF2-40B4-BE49-F238E27FC236}">
                <a16:creationId xmlns:a16="http://schemas.microsoft.com/office/drawing/2014/main" id="{B9E57CB6-5CB2-407C-961C-C504F09728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5968"/>
          <a:stretch/>
        </p:blipFill>
        <p:spPr bwMode="auto">
          <a:xfrm>
            <a:off x="6314278" y="3076970"/>
            <a:ext cx="2543174" cy="348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91674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15931"/>
            <a:ext cx="8229600" cy="380667"/>
          </a:xfrm>
        </p:spPr>
        <p:txBody>
          <a:bodyPr/>
          <a:lstStyle/>
          <a:p>
            <a:r>
              <a:rPr lang="en-US" dirty="0"/>
              <a:t>Hierarchical </a:t>
            </a:r>
            <a:r>
              <a:rPr lang="en-US" dirty="0" err="1"/>
              <a:t>Visualisations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59936"/>
            <a:ext cx="5022056" cy="2613435"/>
          </a:xfrm>
        </p:spPr>
        <p:txBody>
          <a:bodyPr/>
          <a:lstStyle/>
          <a:p>
            <a:r>
              <a:rPr lang="en-US" sz="1400" dirty="0"/>
              <a:t>(Categorical) variables given varying levels of prominence</a:t>
            </a:r>
          </a:p>
          <a:p>
            <a:endParaRPr lang="en-US" sz="1400" dirty="0"/>
          </a:p>
          <a:p>
            <a:r>
              <a:rPr lang="en-US" sz="1400" dirty="0"/>
              <a:t>Use one variable to divide the space into subregions</a:t>
            </a:r>
          </a:p>
          <a:p>
            <a:pPr lvl="1"/>
            <a:r>
              <a:rPr lang="en-US" sz="1400" dirty="0"/>
              <a:t>conditional distribution of remaining variables in each subregion</a:t>
            </a:r>
          </a:p>
          <a:p>
            <a:pPr lvl="1"/>
            <a:r>
              <a:rPr lang="en-US" sz="1400" dirty="0"/>
              <a:t>Iteration creates subregions within subregions</a:t>
            </a:r>
          </a:p>
          <a:p>
            <a:pPr lvl="2"/>
            <a:r>
              <a:rPr lang="en-US" sz="1400" dirty="0"/>
              <a:t>…creates a hierarchical structure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EBB50E7-BF05-4BED-BC8F-9DD7F51EC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5165" y="497144"/>
            <a:ext cx="2511635" cy="222067"/>
          </a:xfrm>
        </p:spPr>
        <p:txBody>
          <a:bodyPr/>
          <a:lstStyle/>
          <a:p>
            <a:r>
              <a:rPr lang="en-US" dirty="0"/>
              <a:t>MSc Machine Learning &amp; Data Science</a:t>
            </a:r>
          </a:p>
          <a:p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524489C-7A2D-4155-9005-02F6D805066C}"/>
              </a:ext>
            </a:extLst>
          </p:cNvPr>
          <p:cNvSpPr txBox="1">
            <a:spLocks/>
          </p:cNvSpPr>
          <p:nvPr/>
        </p:nvSpPr>
        <p:spPr>
          <a:xfrm>
            <a:off x="6046471" y="738262"/>
            <a:ext cx="2640330" cy="1928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1000" dirty="0">
                <a:solidFill>
                  <a:schemeClr val="tx2"/>
                </a:solidFill>
              </a:rPr>
              <a:t>Exploratory Data Analysis &amp; Visualisation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387BD6-44DC-4567-9DE1-94A53DCD8D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161" y="1969127"/>
            <a:ext cx="3048640" cy="205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124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15931"/>
            <a:ext cx="8229600" cy="380667"/>
          </a:xfrm>
        </p:spPr>
        <p:txBody>
          <a:bodyPr/>
          <a:lstStyle/>
          <a:p>
            <a:r>
              <a:rPr lang="en-US" dirty="0"/>
              <a:t>Any Questions?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EBB50E7-BF05-4BED-BC8F-9DD7F51ECB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175165" y="497144"/>
            <a:ext cx="2511635" cy="222067"/>
          </a:xfrm>
        </p:spPr>
        <p:txBody>
          <a:bodyPr/>
          <a:lstStyle/>
          <a:p>
            <a:r>
              <a:rPr lang="en-US" dirty="0"/>
              <a:t>MSc Machine Learning &amp; Data Science</a:t>
            </a:r>
          </a:p>
          <a:p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524489C-7A2D-4155-9005-02F6D805066C}"/>
              </a:ext>
            </a:extLst>
          </p:cNvPr>
          <p:cNvSpPr txBox="1">
            <a:spLocks/>
          </p:cNvSpPr>
          <p:nvPr/>
        </p:nvSpPr>
        <p:spPr>
          <a:xfrm>
            <a:off x="6046471" y="738262"/>
            <a:ext cx="2640330" cy="1928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•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–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Clr>
                <a:srgbClr val="0085CA"/>
              </a:buClr>
              <a:buFont typeface="Arial"/>
              <a:buChar char="»"/>
              <a:defRPr sz="12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GB" sz="1000" dirty="0">
                <a:solidFill>
                  <a:schemeClr val="tx2"/>
                </a:solidFill>
              </a:rPr>
              <a:t>Exploratory Data Analysis &amp; Visualisation</a:t>
            </a:r>
          </a:p>
        </p:txBody>
      </p:sp>
    </p:spTree>
    <p:extLst>
      <p:ext uri="{BB962C8B-B14F-4D97-AF65-F5344CB8AC3E}">
        <p14:creationId xmlns:p14="http://schemas.microsoft.com/office/powerpoint/2010/main" val="843983494"/>
      </p:ext>
    </p:extLst>
  </p:cSld>
  <p:clrMapOvr>
    <a:masterClrMapping/>
  </p:clrMapOvr>
</p:sld>
</file>

<file path=ppt/theme/theme1.xml><?xml version="1.0" encoding="utf-8"?>
<a:theme xmlns:a="http://schemas.openxmlformats.org/drawingml/2006/main" name="Imperial College London Theme">
  <a:themeElements>
    <a:clrScheme name="Imperial College London Presentation">
      <a:dk1>
        <a:srgbClr val="000000"/>
      </a:dk1>
      <a:lt1>
        <a:sysClr val="window" lastClr="FFFFFF"/>
      </a:lt1>
      <a:dk2>
        <a:srgbClr val="003E74"/>
      </a:dk2>
      <a:lt2>
        <a:srgbClr val="9D9D9D"/>
      </a:lt2>
      <a:accent1>
        <a:srgbClr val="0085CA"/>
      </a:accent1>
      <a:accent2>
        <a:srgbClr val="006EAF"/>
      </a:accent2>
      <a:accent3>
        <a:srgbClr val="0CA1CD"/>
      </a:accent3>
      <a:accent4>
        <a:srgbClr val="008EAA"/>
      </a:accent4>
      <a:accent5>
        <a:srgbClr val="379F9F"/>
      </a:accent5>
      <a:accent6>
        <a:srgbClr val="0085CA"/>
      </a:accent6>
      <a:hlink>
        <a:srgbClr val="0085CA"/>
      </a:hlink>
      <a:folHlink>
        <a:srgbClr val="0085CA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Imperial College London Presentation">
      <a:dk1>
        <a:srgbClr val="000000"/>
      </a:dk1>
      <a:lt1>
        <a:sysClr val="window" lastClr="FFFFFF"/>
      </a:lt1>
      <a:dk2>
        <a:srgbClr val="003E74"/>
      </a:dk2>
      <a:lt2>
        <a:srgbClr val="9D9D9D"/>
      </a:lt2>
      <a:accent1>
        <a:srgbClr val="0085CA"/>
      </a:accent1>
      <a:accent2>
        <a:srgbClr val="006EAF"/>
      </a:accent2>
      <a:accent3>
        <a:srgbClr val="0CA1CD"/>
      </a:accent3>
      <a:accent4>
        <a:srgbClr val="008EAA"/>
      </a:accent4>
      <a:accent5>
        <a:srgbClr val="379F9F"/>
      </a:accent5>
      <a:accent6>
        <a:srgbClr val="0085CA"/>
      </a:accent6>
      <a:hlink>
        <a:srgbClr val="0085CA"/>
      </a:hlink>
      <a:folHlink>
        <a:srgbClr val="0085CA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Imperial College London Presentation">
      <a:dk1>
        <a:srgbClr val="000000"/>
      </a:dk1>
      <a:lt1>
        <a:sysClr val="window" lastClr="FFFFFF"/>
      </a:lt1>
      <a:dk2>
        <a:srgbClr val="003E74"/>
      </a:dk2>
      <a:lt2>
        <a:srgbClr val="9D9D9D"/>
      </a:lt2>
      <a:accent1>
        <a:srgbClr val="0085CA"/>
      </a:accent1>
      <a:accent2>
        <a:srgbClr val="006EAF"/>
      </a:accent2>
      <a:accent3>
        <a:srgbClr val="0CA1CD"/>
      </a:accent3>
      <a:accent4>
        <a:srgbClr val="008EAA"/>
      </a:accent4>
      <a:accent5>
        <a:srgbClr val="379F9F"/>
      </a:accent5>
      <a:accent6>
        <a:srgbClr val="0085CA"/>
      </a:accent6>
      <a:hlink>
        <a:srgbClr val="0085CA"/>
      </a:hlink>
      <a:folHlink>
        <a:srgbClr val="0085CA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795</TotalTime>
  <Words>604</Words>
  <Application>Microsoft Macintosh PowerPoint</Application>
  <PresentationFormat>On-screen Show (16:9)</PresentationFormat>
  <Paragraphs>134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Courier New</vt:lpstr>
      <vt:lpstr>Imperial College London Theme</vt:lpstr>
      <vt:lpstr>Multivariate Data Visualisation</vt:lpstr>
      <vt:lpstr>Overview</vt:lpstr>
      <vt:lpstr>Clarification</vt:lpstr>
      <vt:lpstr>Faceting</vt:lpstr>
      <vt:lpstr>Categorising Multivariate Data Visualisations</vt:lpstr>
      <vt:lpstr>Categorising Multivariate Data Visualisations</vt:lpstr>
      <vt:lpstr>Geometric Projections</vt:lpstr>
      <vt:lpstr>Geometric Projections</vt:lpstr>
      <vt:lpstr>Geometric Projections</vt:lpstr>
      <vt:lpstr>Geometric Projections</vt:lpstr>
      <vt:lpstr>Icon-based Visualisation</vt:lpstr>
      <vt:lpstr>Hierarchical Visualisations</vt:lpstr>
      <vt:lpstr>Any Questions?</vt:lpstr>
    </vt:vector>
  </TitlesOfParts>
  <Company>Imperial College London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Abby Bolt</dc:creator>
  <cp:lastModifiedBy>Adams, Niall M</cp:lastModifiedBy>
  <cp:revision>22</cp:revision>
  <dcterms:created xsi:type="dcterms:W3CDTF">2017-02-16T14:49:58Z</dcterms:created>
  <dcterms:modified xsi:type="dcterms:W3CDTF">2026-02-26T14:16:02Z</dcterms:modified>
</cp:coreProperties>
</file>