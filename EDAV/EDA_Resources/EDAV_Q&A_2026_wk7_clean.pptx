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handoutMasterIdLst>
    <p:handoutMasterId r:id="rId7"/>
  </p:handoutMasterIdLst>
  <p:sldIdLst>
    <p:sldId id="304" r:id="rId2"/>
    <p:sldId id="305" r:id="rId3"/>
    <p:sldId id="295" r:id="rId4"/>
    <p:sldId id="271" r:id="rId5"/>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D9D9D"/>
    <a:srgbClr val="003E74"/>
    <a:srgbClr val="0085CA"/>
    <a:srgbClr val="00254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74" autoAdjust="0"/>
    <p:restoredTop sz="62192" autoAdjust="0"/>
  </p:normalViewPr>
  <p:slideViewPr>
    <p:cSldViewPr snapToGrid="0" snapToObjects="1">
      <p:cViewPr varScale="1">
        <p:scale>
          <a:sx n="102" d="100"/>
          <a:sy n="102" d="100"/>
        </p:scale>
        <p:origin x="2456" y="176"/>
      </p:cViewPr>
      <p:guideLst>
        <p:guide orient="horz" pos="1620"/>
        <p:guide pos="2880"/>
      </p:guideLst>
    </p:cSldViewPr>
  </p:slideViewPr>
  <p:outlineViewPr>
    <p:cViewPr>
      <p:scale>
        <a:sx n="33" d="100"/>
        <a:sy n="33" d="100"/>
      </p:scale>
      <p:origin x="0" y="-1334"/>
    </p:cViewPr>
  </p:outlineViewPr>
  <p:notesTextViewPr>
    <p:cViewPr>
      <p:scale>
        <a:sx n="100" d="100"/>
        <a:sy n="100" d="100"/>
      </p:scale>
      <p:origin x="0" y="0"/>
    </p:cViewPr>
  </p:notesTextViewPr>
  <p:notesViewPr>
    <p:cSldViewPr snapToGrid="0" snapToObjects="1">
      <p:cViewPr varScale="1">
        <p:scale>
          <a:sx n="109" d="100"/>
          <a:sy n="109" d="100"/>
        </p:scale>
        <p:origin x="-2536"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handoutMaster" Target="handoutMasters/handout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lenkinsop, Alexandra M" userId="897cb152-de1c-447f-8df6-45993387043d" providerId="ADAL" clId="{EB9FF445-5EBC-4245-9C10-0793A7FB081D}"/>
    <pc:docChg chg="custSel modSld">
      <pc:chgData name="Blenkinsop, Alexandra M" userId="897cb152-de1c-447f-8df6-45993387043d" providerId="ADAL" clId="{EB9FF445-5EBC-4245-9C10-0793A7FB081D}" dt="2025-02-20T11:04:31.881" v="0" actId="7634"/>
      <pc:docMkLst>
        <pc:docMk/>
      </pc:docMkLst>
      <pc:sldChg chg="addSp">
        <pc:chgData name="Blenkinsop, Alexandra M" userId="897cb152-de1c-447f-8df6-45993387043d" providerId="ADAL" clId="{EB9FF445-5EBC-4245-9C10-0793A7FB081D}" dt="2025-02-20T11:04:31.881" v="0" actId="7634"/>
        <pc:sldMkLst>
          <pc:docMk/>
          <pc:sldMk cId="3070382359" sldId="282"/>
        </pc:sldMkLst>
      </pc:sldChg>
      <pc:sldChg chg="addSp">
        <pc:chgData name="Blenkinsop, Alexandra M" userId="897cb152-de1c-447f-8df6-45993387043d" providerId="ADAL" clId="{EB9FF445-5EBC-4245-9C10-0793A7FB081D}" dt="2025-02-20T11:04:31.881" v="0" actId="7634"/>
        <pc:sldMkLst>
          <pc:docMk/>
          <pc:sldMk cId="642474639" sldId="289"/>
        </pc:sldMkLst>
      </pc:sldChg>
      <pc:sldChg chg="addSp">
        <pc:chgData name="Blenkinsop, Alexandra M" userId="897cb152-de1c-447f-8df6-45993387043d" providerId="ADAL" clId="{EB9FF445-5EBC-4245-9C10-0793A7FB081D}" dt="2025-02-20T11:04:31.881" v="0" actId="7634"/>
        <pc:sldMkLst>
          <pc:docMk/>
          <pc:sldMk cId="3630429980" sldId="290"/>
        </pc:sldMkLst>
      </pc:sldChg>
      <pc:sldChg chg="addSp">
        <pc:chgData name="Blenkinsop, Alexandra M" userId="897cb152-de1c-447f-8df6-45993387043d" providerId="ADAL" clId="{EB9FF445-5EBC-4245-9C10-0793A7FB081D}" dt="2025-02-20T11:04:31.881" v="0" actId="7634"/>
        <pc:sldMkLst>
          <pc:docMk/>
          <pc:sldMk cId="2239315283" sldId="295"/>
        </pc:sldMkLst>
      </pc:sldChg>
      <pc:sldChg chg="addSp">
        <pc:chgData name="Blenkinsop, Alexandra M" userId="897cb152-de1c-447f-8df6-45993387043d" providerId="ADAL" clId="{EB9FF445-5EBC-4245-9C10-0793A7FB081D}" dt="2025-02-20T11:04:31.881" v="0" actId="7634"/>
        <pc:sldMkLst>
          <pc:docMk/>
          <pc:sldMk cId="2774078401" sldId="296"/>
        </pc:sldMkLst>
      </pc:sldChg>
      <pc:sldChg chg="addSp">
        <pc:chgData name="Blenkinsop, Alexandra M" userId="897cb152-de1c-447f-8df6-45993387043d" providerId="ADAL" clId="{EB9FF445-5EBC-4245-9C10-0793A7FB081D}" dt="2025-02-20T11:04:31.881" v="0" actId="7634"/>
        <pc:sldMkLst>
          <pc:docMk/>
          <pc:sldMk cId="2065921172" sldId="298"/>
        </pc:sldMkLst>
      </pc:sldChg>
      <pc:sldChg chg="addSp">
        <pc:chgData name="Blenkinsop, Alexandra M" userId="897cb152-de1c-447f-8df6-45993387043d" providerId="ADAL" clId="{EB9FF445-5EBC-4245-9C10-0793A7FB081D}" dt="2025-02-20T11:04:31.881" v="0" actId="7634"/>
        <pc:sldMkLst>
          <pc:docMk/>
          <pc:sldMk cId="2104549152" sldId="299"/>
        </pc:sldMkLst>
      </pc:sldChg>
      <pc:sldChg chg="addSp">
        <pc:chgData name="Blenkinsop, Alexandra M" userId="897cb152-de1c-447f-8df6-45993387043d" providerId="ADAL" clId="{EB9FF445-5EBC-4245-9C10-0793A7FB081D}" dt="2025-02-20T11:04:31.881" v="0" actId="7634"/>
        <pc:sldMkLst>
          <pc:docMk/>
          <pc:sldMk cId="3203518268" sldId="300"/>
        </pc:sldMkLst>
      </pc:sldChg>
    </pc:docChg>
  </pc:docChgLst>
  <pc:docChgLst>
    <pc:chgData name="Blenkinsop, Alexandra M" userId="897cb152-de1c-447f-8df6-45993387043d" providerId="ADAL" clId="{990BD93F-8D61-7F42-A6DE-9362A713D665}"/>
    <pc:docChg chg="custSel delSld modSld">
      <pc:chgData name="Blenkinsop, Alexandra M" userId="897cb152-de1c-447f-8df6-45993387043d" providerId="ADAL" clId="{990BD93F-8D61-7F42-A6DE-9362A713D665}" dt="2025-02-20T09:21:36.715" v="9" actId="1076"/>
      <pc:docMkLst>
        <pc:docMk/>
      </pc:docMkLst>
      <pc:sldChg chg="addSp delSp modSp mod">
        <pc:chgData name="Blenkinsop, Alexandra M" userId="897cb152-de1c-447f-8df6-45993387043d" providerId="ADAL" clId="{990BD93F-8D61-7F42-A6DE-9362A713D665}" dt="2025-02-20T09:21:36.715" v="9" actId="1076"/>
        <pc:sldMkLst>
          <pc:docMk/>
          <pc:sldMk cId="4112278513" sldId="286"/>
        </pc:sldMkLst>
      </pc:sldChg>
      <pc:sldChg chg="del">
        <pc:chgData name="Blenkinsop, Alexandra M" userId="897cb152-de1c-447f-8df6-45993387043d" providerId="ADAL" clId="{990BD93F-8D61-7F42-A6DE-9362A713D665}" dt="2025-02-20T09:17:07.174" v="0" actId="2696"/>
        <pc:sldMkLst>
          <pc:docMk/>
          <pc:sldMk cId="3006727388" sldId="292"/>
        </pc:sldMkLst>
      </pc:sldChg>
    </pc:docChg>
  </pc:docChgLst>
  <pc:docChgLst>
    <pc:chgData name="Blenkinsop, Alexandra M" userId="897cb152-de1c-447f-8df6-45993387043d" providerId="ADAL" clId="{2103D101-6DC5-9040-B264-46597CBB2933}"/>
    <pc:docChg chg="custSel modSld">
      <pc:chgData name="Blenkinsop, Alexandra M" userId="897cb152-de1c-447f-8df6-45993387043d" providerId="ADAL" clId="{2103D101-6DC5-9040-B264-46597CBB2933}" dt="2025-07-02T08:18:35.395" v="8" actId="478"/>
      <pc:docMkLst>
        <pc:docMk/>
      </pc:docMkLst>
      <pc:sldChg chg="delSp mod">
        <pc:chgData name="Blenkinsop, Alexandra M" userId="897cb152-de1c-447f-8df6-45993387043d" providerId="ADAL" clId="{2103D101-6DC5-9040-B264-46597CBB2933}" dt="2025-07-02T08:18:35.395" v="8" actId="478"/>
        <pc:sldMkLst>
          <pc:docMk/>
          <pc:sldMk cId="3070382359" sldId="282"/>
        </pc:sldMkLst>
        <pc:inkChg chg="del">
          <ac:chgData name="Blenkinsop, Alexandra M" userId="897cb152-de1c-447f-8df6-45993387043d" providerId="ADAL" clId="{2103D101-6DC5-9040-B264-46597CBB2933}" dt="2025-07-02T08:18:35.395" v="8" actId="478"/>
          <ac:inkMkLst>
            <pc:docMk/>
            <pc:sldMk cId="3070382359" sldId="282"/>
            <ac:inkMk id="4" creationId="{402FCDEC-A529-EC95-25BA-227021EED68B}"/>
          </ac:inkMkLst>
        </pc:inkChg>
      </pc:sldChg>
      <pc:sldChg chg="delSp mod">
        <pc:chgData name="Blenkinsop, Alexandra M" userId="897cb152-de1c-447f-8df6-45993387043d" providerId="ADAL" clId="{2103D101-6DC5-9040-B264-46597CBB2933}" dt="2025-07-02T08:18:25.577" v="5" actId="478"/>
        <pc:sldMkLst>
          <pc:docMk/>
          <pc:sldMk cId="642474639" sldId="289"/>
        </pc:sldMkLst>
        <pc:inkChg chg="del">
          <ac:chgData name="Blenkinsop, Alexandra M" userId="897cb152-de1c-447f-8df6-45993387043d" providerId="ADAL" clId="{2103D101-6DC5-9040-B264-46597CBB2933}" dt="2025-07-02T08:18:25.577" v="5" actId="478"/>
          <ac:inkMkLst>
            <pc:docMk/>
            <pc:sldMk cId="642474639" sldId="289"/>
            <ac:inkMk id="4" creationId="{4781884B-A6D3-EA6A-5C61-80BCC8485B9D}"/>
          </ac:inkMkLst>
        </pc:inkChg>
      </pc:sldChg>
      <pc:sldChg chg="delSp modSp mod">
        <pc:chgData name="Blenkinsop, Alexandra M" userId="897cb152-de1c-447f-8df6-45993387043d" providerId="ADAL" clId="{2103D101-6DC5-9040-B264-46597CBB2933}" dt="2025-07-02T08:18:20.838" v="4" actId="478"/>
        <pc:sldMkLst>
          <pc:docMk/>
          <pc:sldMk cId="3630429980" sldId="290"/>
        </pc:sldMkLst>
        <pc:inkChg chg="del mod">
          <ac:chgData name="Blenkinsop, Alexandra M" userId="897cb152-de1c-447f-8df6-45993387043d" providerId="ADAL" clId="{2103D101-6DC5-9040-B264-46597CBB2933}" dt="2025-07-02T08:18:20.838" v="4" actId="478"/>
          <ac:inkMkLst>
            <pc:docMk/>
            <pc:sldMk cId="3630429980" sldId="290"/>
            <ac:inkMk id="4" creationId="{A0AE74B9-B2D0-1B96-F36F-84AEFE8097DC}"/>
          </ac:inkMkLst>
        </pc:inkChg>
      </pc:sldChg>
      <pc:sldChg chg="delSp mod">
        <pc:chgData name="Blenkinsop, Alexandra M" userId="897cb152-de1c-447f-8df6-45993387043d" providerId="ADAL" clId="{2103D101-6DC5-9040-B264-46597CBB2933}" dt="2025-07-02T08:18:14.380" v="1" actId="478"/>
        <pc:sldMkLst>
          <pc:docMk/>
          <pc:sldMk cId="2239315283" sldId="295"/>
        </pc:sldMkLst>
        <pc:inkChg chg="del">
          <ac:chgData name="Blenkinsop, Alexandra M" userId="897cb152-de1c-447f-8df6-45993387043d" providerId="ADAL" clId="{2103D101-6DC5-9040-B264-46597CBB2933}" dt="2025-07-02T08:18:14.380" v="1" actId="478"/>
          <ac:inkMkLst>
            <pc:docMk/>
            <pc:sldMk cId="2239315283" sldId="295"/>
            <ac:inkMk id="4" creationId="{BA67ED1B-3ED5-7288-D9F5-D31BDF237F78}"/>
          </ac:inkMkLst>
        </pc:inkChg>
      </pc:sldChg>
      <pc:sldChg chg="delSp mod">
        <pc:chgData name="Blenkinsop, Alexandra M" userId="897cb152-de1c-447f-8df6-45993387043d" providerId="ADAL" clId="{2103D101-6DC5-9040-B264-46597CBB2933}" dt="2025-07-02T08:18:30.579" v="6" actId="478"/>
        <pc:sldMkLst>
          <pc:docMk/>
          <pc:sldMk cId="2774078401" sldId="296"/>
        </pc:sldMkLst>
        <pc:inkChg chg="del">
          <ac:chgData name="Blenkinsop, Alexandra M" userId="897cb152-de1c-447f-8df6-45993387043d" providerId="ADAL" clId="{2103D101-6DC5-9040-B264-46597CBB2933}" dt="2025-07-02T08:18:30.579" v="6" actId="478"/>
          <ac:inkMkLst>
            <pc:docMk/>
            <pc:sldMk cId="2774078401" sldId="296"/>
            <ac:inkMk id="5" creationId="{32DB2900-BB0B-D48A-63B9-A7038FADC4F9}"/>
          </ac:inkMkLst>
        </pc:inkChg>
      </pc:sldChg>
      <pc:sldChg chg="delSp mod">
        <pc:chgData name="Blenkinsop, Alexandra M" userId="897cb152-de1c-447f-8df6-45993387043d" providerId="ADAL" clId="{2103D101-6DC5-9040-B264-46597CBB2933}" dt="2025-07-02T08:18:32.944" v="7" actId="478"/>
        <pc:sldMkLst>
          <pc:docMk/>
          <pc:sldMk cId="2065921172" sldId="298"/>
        </pc:sldMkLst>
        <pc:inkChg chg="del">
          <ac:chgData name="Blenkinsop, Alexandra M" userId="897cb152-de1c-447f-8df6-45993387043d" providerId="ADAL" clId="{2103D101-6DC5-9040-B264-46597CBB2933}" dt="2025-07-02T08:18:32.944" v="7" actId="478"/>
          <ac:inkMkLst>
            <pc:docMk/>
            <pc:sldMk cId="2065921172" sldId="298"/>
            <ac:inkMk id="5" creationId="{1F456481-7299-15D3-B35A-E6DAD56DC7C6}"/>
          </ac:inkMkLst>
        </pc:inkChg>
      </pc:sldChg>
      <pc:sldChg chg="delSp mod">
        <pc:chgData name="Blenkinsop, Alexandra M" userId="897cb152-de1c-447f-8df6-45993387043d" providerId="ADAL" clId="{2103D101-6DC5-9040-B264-46597CBB2933}" dt="2025-07-02T08:18:18.039" v="2" actId="478"/>
        <pc:sldMkLst>
          <pc:docMk/>
          <pc:sldMk cId="2104549152" sldId="299"/>
        </pc:sldMkLst>
        <pc:inkChg chg="del">
          <ac:chgData name="Blenkinsop, Alexandra M" userId="897cb152-de1c-447f-8df6-45993387043d" providerId="ADAL" clId="{2103D101-6DC5-9040-B264-46597CBB2933}" dt="2025-07-02T08:18:18.039" v="2" actId="478"/>
          <ac:inkMkLst>
            <pc:docMk/>
            <pc:sldMk cId="2104549152" sldId="299"/>
            <ac:inkMk id="5" creationId="{2055A76D-5C84-89F4-F6CD-147B12987EFB}"/>
          </ac:inkMkLst>
        </pc:inkChg>
      </pc:sldChg>
      <pc:sldChg chg="delSp mod">
        <pc:chgData name="Blenkinsop, Alexandra M" userId="897cb152-de1c-447f-8df6-45993387043d" providerId="ADAL" clId="{2103D101-6DC5-9040-B264-46597CBB2933}" dt="2025-07-02T08:18:11.489" v="0" actId="478"/>
        <pc:sldMkLst>
          <pc:docMk/>
          <pc:sldMk cId="3203518268" sldId="300"/>
        </pc:sldMkLst>
        <pc:inkChg chg="del">
          <ac:chgData name="Blenkinsop, Alexandra M" userId="897cb152-de1c-447f-8df6-45993387043d" providerId="ADAL" clId="{2103D101-6DC5-9040-B264-46597CBB2933}" dt="2025-07-02T08:18:11.489" v="0" actId="478"/>
          <ac:inkMkLst>
            <pc:docMk/>
            <pc:sldMk cId="3203518268" sldId="300"/>
            <ac:inkMk id="2" creationId="{5A1E8367-346D-3D29-632D-4BB614BFFA3F}"/>
          </ac:inkMkLst>
        </pc:ink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b="1" dirty="0">
                <a:solidFill>
                  <a:srgbClr val="003E74"/>
                </a:solidFill>
              </a:rPr>
              <a:t>Name of presentation</a:t>
            </a: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6B0EE2D-335A-3546-9D75-E17F32E16FE9}" type="datetime3">
              <a:rPr lang="en-GB" smtClean="0">
                <a:solidFill>
                  <a:srgbClr val="003E74"/>
                </a:solidFill>
              </a:rPr>
              <a:t>19 February, 2026</a:t>
            </a:fld>
            <a:endParaRPr lang="en-US" dirty="0">
              <a:solidFill>
                <a:srgbClr val="003E74"/>
              </a:solidFill>
            </a:endParaRPr>
          </a:p>
        </p:txBody>
      </p:sp>
    </p:spTree>
    <p:extLst>
      <p:ext uri="{BB962C8B-B14F-4D97-AF65-F5344CB8AC3E}">
        <p14:creationId xmlns:p14="http://schemas.microsoft.com/office/powerpoint/2010/main" val="3306949037"/>
      </p:ext>
    </p:extLst>
  </p:cSld>
  <p:clrMap bg1="lt1" tx1="dk1" bg2="lt2" tx2="dk2" accent1="accent1" accent2="accent2" accent3="accent3" accent4="accent4" accent5="accent5" accent6="accent6" hlink="hlink" folHlink="folHlink"/>
  <p:hf sldNum="0" ftr="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4T15:32:13.478"/>
    </inkml:context>
    <inkml:brush xml:id="br0">
      <inkml:brushProperty name="width" value="0.05" units="cm"/>
      <inkml:brushProperty name="height" value="0.05" units="cm"/>
      <inkml:brushProperty name="color" value="#004F8B"/>
    </inkml:brush>
  </inkml:definitions>
  <inkml:trace contextRef="#ctx0" brushRef="#br0">0 5 696,'0'-5'19571,"24"32"-19694,-6-6 222,-1 1-1,-1 1 1,-1 0 0,-1 1-1,12 27 1,12 20-106,10 21-31,-40-77 86,-3-13-374,2-24-1766,0-5-1356,0 9-1388,0-3-3157</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4T15:32:13.902"/>
    </inkml:context>
    <inkml:brush xml:id="br0">
      <inkml:brushProperty name="width" value="0.05" units="cm"/>
      <inkml:brushProperty name="height" value="0.05" units="cm"/>
      <inkml:brushProperty name="color" value="#004F8B"/>
    </inkml:brush>
  </inkml:definitions>
  <inkml:trace contextRef="#ctx0" brushRef="#br0">358 1 1548,'-17'6'12161,"2"11"-8293,-9 26-5558,15-26 3073,-112 248 902,101-215-2170,-61 171 227,30-76-198,50-144-164,0 3-96,0-1 0,-1 1 0,0 0 0,0-1 0,1 1 0,-2-1 0,-3 6 0,7-20-9027,-1 1 1214</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4T15:32:49.368"/>
    </inkml:context>
    <inkml:brush xml:id="br0">
      <inkml:brushProperty name="width" value="0.05" units="cm"/>
      <inkml:brushProperty name="height" value="0.05" units="cm"/>
      <inkml:brushProperty name="color" value="#004F8B"/>
    </inkml:brush>
  </inkml:definitions>
  <inkml:trace contextRef="#ctx0" brushRef="#br0">1 1 1452,'2'-1'17477,"9"11"-14577,10 10-5857,-14-11 4395,15 24-1429,-2 1 0,-1 1 0,18 44-1,31 116 290,-64-182-299,-3-7 0,0 0 0,1 0 0,0 0 0,0 0 0,1 0 0,0-1 0,0 1 1,0-1-1,1 1 0,6 6 0,-2-42-7065,-4 18 2109</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4T15:32:49.909"/>
    </inkml:context>
    <inkml:brush xml:id="br0">
      <inkml:brushProperty name="width" value="0.05" units="cm"/>
      <inkml:brushProperty name="height" value="0.05" units="cm"/>
      <inkml:brushProperty name="color" value="#004F8B"/>
    </inkml:brush>
  </inkml:definitions>
  <inkml:trace contextRef="#ctx0" brushRef="#br0">398 0 2904,'-2'4'7234,"-3"5"-3408,-10 18-440,-39 41-1861,-11 13-1410,4 2 1,-51 92 0,28-30-2016,84-145 1496,6-12-6705,-5 4 260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4T15:32:50.525"/>
    </inkml:context>
    <inkml:brush xml:id="br0">
      <inkml:brushProperty name="width" value="0.05" units="cm"/>
      <inkml:brushProperty name="height" value="0.05" units="cm"/>
      <inkml:brushProperty name="color" value="#004F8B"/>
    </inkml:brush>
  </inkml:definitions>
  <inkml:trace contextRef="#ctx0" brushRef="#br0">1 0 2976,'3'3'12118,"1"10"-9662,0 23-2224,-2 1 1,-1 36 0,-2-37-2406,1-25-310,-1-5-1958</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4T15:32:55.171"/>
    </inkml:context>
    <inkml:brush xml:id="br0">
      <inkml:brushProperty name="width" value="0.05" units="cm"/>
      <inkml:brushProperty name="height" value="0.05" units="cm"/>
      <inkml:brushProperty name="color" value="#004F8B"/>
    </inkml:brush>
  </inkml:definitions>
  <inkml:trace contextRef="#ctx0" brushRef="#br0">1 1 2340,'0'0'14880,"12"29"-12702,-3-11-1939,2 0 1,0 0 0,1-1 0,17 18-1,13 20-165,-6 4-138,-2 1 1,40 102-1,-72-157-524,-7-19-1092,-7-18-5494,7 20 1485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4T15:32:55.588"/>
    </inkml:context>
    <inkml:brush xml:id="br0">
      <inkml:brushProperty name="width" value="0.05" units="cm"/>
      <inkml:brushProperty name="height" value="0.05" units="cm"/>
      <inkml:brushProperty name="color" value="#004F8B"/>
    </inkml:brush>
  </inkml:definitions>
  <inkml:trace contextRef="#ctx0" brushRef="#br0">369 9 2220,'4'-9'11028,"-13"20"-7634,-14 20-2881,0 0 1,-33 66-1,17-29-323,-181 308-2046,217-371 348,6-8-110,4-8-1478,-1 1-2194</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4T15:32:56.270"/>
    </inkml:context>
    <inkml:brush xml:id="br0">
      <inkml:brushProperty name="width" value="0.05" units="cm"/>
      <inkml:brushProperty name="height" value="0.05" units="cm"/>
      <inkml:brushProperty name="color" value="#004F8B"/>
    </inkml:brush>
  </inkml:definitions>
  <inkml:trace contextRef="#ctx0" brushRef="#br0">1 11 6777,'6'-1'6004,"18"-5"-2235,-22 5-3697,0 0 0,-1 1 0,1-1 0,0 1 1,0 0-1,-1-1 0,1 1 0,0 0 1,0 0-1,-1 0 0,1 0 0,0 0 1,0 1-1,-1-1 0,1 0 0,0 1 0,0 0 1,-1-1-1,1 1 0,-1 0 0,1 0 1,0 0-1,2 2 0,-3-1-115,0 0 0,0 0-1,0 0 1,0 0 0,0 0-1,-1 0 1,1 0 0,-1 1 0,1-1-1,-1 0 1,0 0 0,0 1 0,0-1-1,0 0 1,0 1 0,0-1-1,-1 0 1,1 0 0,-2 3 0,-1 6 27,-1-1 0,0 0 1,0 0-1,-1-1 0,-1 1 1,0-1-1,-13 16 0,-6 10-15,25-35 54,0 0-1,-1 1 1,1-1-1,0 1 1,-1-1 0,1 1-1,0-1 1,-1 1 0,1-1-1,0 1 1,0-1-1,0 1 1,-1-1 0,1 1-1,0 0 1,0-1 0,0 1-1,0-1 1,0 1-1,0-1 1,0 1 0,0 0-1,0-1 1,1 1 0,-1-1-1,0 1 1,0-1-1,1 2 1,0-2 37,-1 1 0,1-1 1,0 1-1,0-1 0,0 1 0,0-1 0,0 0 0,0 1 1,0-1-1,0 0 0,0 0 0,0 0 0,0 0 0,0 0 1,1 0-1,51-8 1209,-36 4-1660,-12 4 98,21-5-1108,-10-3-2927,-7 1-523</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4T15:33:48.272"/>
    </inkml:context>
    <inkml:brush xml:id="br0">
      <inkml:brushProperty name="width" value="0.05" units="cm"/>
      <inkml:brushProperty name="height" value="0.05" units="cm"/>
      <inkml:brushProperty name="color" value="#004F8B"/>
    </inkml:brush>
  </inkml:definitions>
  <inkml:trace contextRef="#ctx0" brushRef="#br0">1 1158 2724,'5'-5'10993,"2"-6"-5384,37-65-4331,50-129-805,-4 11-678,-1 33 105,24-48 191,-95 172-121,5-12-442,2 0 0,3 2 1,39-54-1,-59 93-15,-3 3-1062</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4T15:33:49.236"/>
    </inkml:context>
    <inkml:brush xml:id="br0">
      <inkml:brushProperty name="width" value="0.05" units="cm"/>
      <inkml:brushProperty name="height" value="0.05" units="cm"/>
      <inkml:brushProperty name="color" value="#004F8B"/>
    </inkml:brush>
  </inkml:definitions>
  <inkml:trace contextRef="#ctx0" brushRef="#br0">0 1 420,'6'3'13063,"1"13"-10261,6 17-2627,-6 8-38,-1-1 0,-2 1 0,-3 76 0,2 8-113,-3-123-8,0 0 1,0 0 0,0 0 0,0-1 0,1 1 0,-1 0 0,1-1 0,-1 1-1,1 0 1,0-1 0,1 3 0,-2-4 19,0 1-1,1-1 1,-1 0-1,0 1 1,1-1-1,-1 0 1,1 1-1,-1-1 1,1 0-1,-1 0 1,0 0-1,1 1 1,-1-1-1,1 0 1,-1 0-1,1 0 1,-1 0-1,1 0 1,-1 0-1,1 0 1,-1 0-1,1 0 1,-1 0-1,1 0 1,0 0-1,4-2 192,-1 0-1,1-1 0,-1 1 1,0-1-1,0 0 1,6-6-1,-4 5-242,78-66 316,81-63-134,-48 53-3100,-100 71-2260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4T15:33:50.204"/>
    </inkml:context>
    <inkml:brush xml:id="br0">
      <inkml:brushProperty name="width" value="0.05" units="cm"/>
      <inkml:brushProperty name="height" value="0.05" units="cm"/>
      <inkml:brushProperty name="color" value="#004F8B"/>
    </inkml:brush>
  </inkml:definitions>
  <inkml:trace contextRef="#ctx0" brushRef="#br0">1 0 660,'3'6'19044,"2"2"-18592,13 19-772,50 94 680,56 138 0,1 3-354,-40-113 225,14 26-742,-96-169 248,6 11-789,-9-17 917,0 0 0,0 0 0,0 1-1,0-1 1,0 0 0,0 0 0,0 1 0,0-1 0,0 0 0,0 0 0,0 1-1,-1-1 1,1 0 0,0 0 0,0 1 0,0-1 0,0 0 0,0 0 0,0 1-1,-1-1 1,1 0 0,0 0 0,0 0 0,0 0 0,0 1 0,-1-1-1,1 0 1,0 0 0,0 0 0,-1 0 0,1 0 0,0 1 0,0-1 0,-1 0-1,1 0 1,0 0 0,0 0 0,-1 0 0,1 0 0,0 0 0,0 0 0,-1 0-1,1 0 1,0 0 0,0 0 0,-1 0 0,1 0 0,0 0 0,0 0 0,-1-1-1,1 1 1,0 0 0,0 0 0,-1 0 0,1 0 0,0 0 0,0-1-1,-1 1 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4T15:33:50.873"/>
    </inkml:context>
    <inkml:brush xml:id="br0">
      <inkml:brushProperty name="width" value="0.05" units="cm"/>
      <inkml:brushProperty name="height" value="0.05" units="cm"/>
      <inkml:brushProperty name="color" value="#004F8B"/>
    </inkml:brush>
  </inkml:definitions>
  <inkml:trace contextRef="#ctx0" brushRef="#br0">0 271 3880,'6'3'8841,"19"10"-5755,21 20-480,-35-26-2296,0 0 0,-1 1 0,1 0 0,9 12 0,-2 0-313,68 70 76,-73-77-5,0-2-1,1 0 1,0 0 0,30 15-1,-43-26-10,-1 0 1,1 0-1,0 0 0,0 0 0,0 0 0,-1 0 0,1-1 1,0 1-1,0 0 0,-1-1 0,1 1 0,0 0 0,0-1 1,-1 1-1,1-1 0,0 1 0,-1-1 0,1 1 1,-1-1-1,1 1 0,-1-1 0,1 0 0,-1 1 0,1-1 1,-1 0-1,1 1 0,-1-1 0,0 0 0,1 0 0,-1 1 1,0-1-1,0 0 0,0-1 0,13-36 331,-11 30-432,13-45-8,-3 0 0,-1-1-1,-4 0 1,2-59 0,-10-31-7985,1 126 1977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b="1">
                <a:solidFill>
                  <a:srgbClr val="003E74"/>
                </a:solidFill>
              </a:defRPr>
            </a:lvl1pPr>
          </a:lstStyle>
          <a:p>
            <a:r>
              <a:rPr lang="en-US" dirty="0"/>
              <a:t>Name of presentation</a:t>
            </a: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solidFill>
                  <a:srgbClr val="003E74"/>
                </a:solidFill>
              </a:defRPr>
            </a:lvl1pPr>
          </a:lstStyle>
          <a:p>
            <a:fld id="{8D35C32B-10D1-1447-A35B-280119DE9D12}" type="datetime3">
              <a:rPr lang="en-GB" smtClean="0"/>
              <a:pPr/>
              <a:t>19 February, 2026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Tree>
    <p:extLst>
      <p:ext uri="{BB962C8B-B14F-4D97-AF65-F5344CB8AC3E}">
        <p14:creationId xmlns:p14="http://schemas.microsoft.com/office/powerpoint/2010/main" val="2133265648"/>
      </p:ext>
    </p:extLst>
  </p:cSld>
  <p:clrMap bg1="lt1" tx1="dk1" bg2="lt2" tx2="dk2" accent1="accent1" accent2="accent2" accent3="accent3" accent4="accent4" accent5="accent5" accent6="accent6" hlink="hlink" folHlink="folHlink"/>
  <p:hf sldNum="0" ftr="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Header Placeholder 3"/>
          <p:cNvSpPr>
            <a:spLocks noGrp="1"/>
          </p:cNvSpPr>
          <p:nvPr>
            <p:ph type="hdr" sz="quarter"/>
          </p:nvPr>
        </p:nvSpPr>
        <p:spPr/>
        <p:txBody>
          <a:bodyPr/>
          <a:lstStyle/>
          <a:p>
            <a:r>
              <a:rPr lang="en-US"/>
              <a:t>Name of presentation</a:t>
            </a:r>
            <a:endParaRPr lang="en-US" dirty="0"/>
          </a:p>
        </p:txBody>
      </p:sp>
      <p:sp>
        <p:nvSpPr>
          <p:cNvPr id="5" name="Date Placeholder 4"/>
          <p:cNvSpPr>
            <a:spLocks noGrp="1"/>
          </p:cNvSpPr>
          <p:nvPr>
            <p:ph type="dt" idx="1"/>
          </p:nvPr>
        </p:nvSpPr>
        <p:spPr/>
        <p:txBody>
          <a:bodyPr/>
          <a:lstStyle/>
          <a:p>
            <a:fld id="{8D35C32B-10D1-1447-A35B-280119DE9D12}" type="datetime3">
              <a:rPr lang="en-GB" smtClean="0"/>
              <a:pPr/>
              <a:t>19 February, 2026</a:t>
            </a:fld>
            <a:endParaRPr lang="en-US" dirty="0"/>
          </a:p>
        </p:txBody>
      </p:sp>
    </p:spTree>
    <p:extLst>
      <p:ext uri="{BB962C8B-B14F-4D97-AF65-F5344CB8AC3E}">
        <p14:creationId xmlns:p14="http://schemas.microsoft.com/office/powerpoint/2010/main" val="23515731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a:p>
            <a:r>
              <a:rPr lang="en-US" dirty="0"/>
              <a:t>Hello, and welcome back. </a:t>
            </a:r>
          </a:p>
          <a:p>
            <a:endParaRPr lang="en-US" dirty="0"/>
          </a:p>
          <a:p>
            <a:r>
              <a:rPr lang="en-US" dirty="0"/>
              <a:t>On the agenda today are two things: a little discussion about multivariate times series, and some discussion about confounding. </a:t>
            </a:r>
          </a:p>
          <a:p>
            <a:endParaRPr lang="en-US" dirty="0"/>
          </a:p>
          <a:p>
            <a:r>
              <a:rPr lang="en-US" dirty="0"/>
              <a:t>MV time series are a special area of focus for the stats section at imperial. This is particularly the case it we are interested in network structure; either manifest or latent. Indeed, if you look at the NEST project, a big EPSRC research activity, you will see it is lead from here– with much research effort going on. </a:t>
            </a:r>
          </a:p>
          <a:p>
            <a:endParaRPr lang="en-US" dirty="0"/>
          </a:p>
          <a:p>
            <a:r>
              <a:rPr lang="en-US" dirty="0"/>
              <a:t>A common (vulgar?) application of MV time series in is financial trading, where we have a portfolio of stocks (or whatever) we are tracking at some frequency. Now, we might be interested in forecasting – what will happen next? Or we might be interested in understanding lagged dependencies– does a change in one stock later indicate a later change in another.  That would provide a leading indicator, against which we could potentially make trading decisions. Now, and </a:t>
            </a:r>
            <a:r>
              <a:rPr lang="en-US" dirty="0" err="1"/>
              <a:t>econmetrician</a:t>
            </a:r>
            <a:r>
              <a:rPr lang="en-US" dirty="0"/>
              <a:t> might be interested in more complex lagged and grouping </a:t>
            </a:r>
            <a:r>
              <a:rPr lang="en-US" dirty="0" err="1"/>
              <a:t>behaviour</a:t>
            </a:r>
            <a:r>
              <a:rPr lang="en-US" dirty="0"/>
              <a:t> – that is , the </a:t>
            </a:r>
            <a:r>
              <a:rPr lang="en-US" dirty="0" err="1"/>
              <a:t>behaviour</a:t>
            </a:r>
            <a:r>
              <a:rPr lang="en-US" dirty="0"/>
              <a:t> of groups. Now, we may know something about the stocks – what sector they are in, for example. So, we can link them into a simple ‘network’  - the relational data is manifest. On the other hand, even if they are in the the same sector, they may not exhibit dependence, in which case, we do not want to group them – we need to learn about the latent dependence </a:t>
            </a:r>
            <a:r>
              <a:rPr lang="en-US" dirty="0" err="1"/>
              <a:t>behaviour</a:t>
            </a:r>
            <a:r>
              <a:rPr lang="en-US" dirty="0"/>
              <a:t>. That is what the cross-correlation matrix in the reading is meant to support revealing.</a:t>
            </a:r>
          </a:p>
          <a:p>
            <a:endParaRPr lang="en-US" dirty="0"/>
          </a:p>
          <a:p>
            <a:r>
              <a:rPr lang="en-US" dirty="0"/>
              <a:t>Here is another example. In cyber security we are often interested in understanding normal </a:t>
            </a:r>
            <a:r>
              <a:rPr lang="en-US" dirty="0" err="1"/>
              <a:t>behaviour</a:t>
            </a:r>
            <a:r>
              <a:rPr lang="en-US" dirty="0"/>
              <a:t> and looking for departures from it. One way we can look at the </a:t>
            </a:r>
            <a:r>
              <a:rPr lang="en-US" dirty="0" err="1"/>
              <a:t>behaviour</a:t>
            </a:r>
            <a:r>
              <a:rPr lang="en-US" dirty="0"/>
              <a:t> of devices on the network is by looking at </a:t>
            </a:r>
            <a:r>
              <a:rPr lang="en-US" dirty="0" err="1"/>
              <a:t>netflow</a:t>
            </a:r>
            <a:r>
              <a:rPr lang="en-US" dirty="0"/>
              <a:t> data. this reports information about connections between devices. Now on the South Kensington campus, there are at least 40,000 devices. if we observe over time : a day, two days a week, whatever, each device is producing their (irregular) time series of interactions. Again, there now there is latent and manifest component to this. The manifest component is that we know something about the device that my computer is visiting, what building , what department. The thing we might be interested in instead is if groups of machines are exhibiting similar dependency, and what we might look at  whether those dependencies change overtime in a way that might be suggestive of something undesirable. The reason this is interesting is that hackers are good at covering their tracks. But to cover a track that involves multiple devices means more intrusion which a hacker will be reluctant to do. This is slightly more complicated because we move into the world of discreet value time series but the core and is same
A quick note about the reading and it’s a repetition of things I said before. You were asked to read about five pages. The description after giving some motivating examples was somewhat mathematically technical. If the material isn’t familiar that might have been intimidating. And I want you to learn to operate at masters level reading now so even if you do find intimidating that shouldn’t stop you. Clearly it can’t have been the intention for you to become expert in cross correlation matrices based on a few pages of technical but introductory reading. Another way to see that material is to ask what is going on: what’s similar to what I have seen  before and what’s different. And if you look at it that way what you see is this is reusing the same ideas again again! we start with correlation and covariance then we moved to our time series and we get lag and ACF. Now we move to multiple time series and we get cross-correlation. The ideas become more complicated,  the mathematical representation gets more complicated , but the core ideas are still the same for these approaches. Later in the reading  there is some sense of how to put confidence thresholds on cross correlation functions based on White Noise. again the thing to see here is these are all ideas you seen before being recycled into a more complex situation! you don’t necessarily need to follow all the mathematical derivation unless you want to. Please keep this in mind. It’s the key to reading this type of material.</a:t>
            </a:r>
          </a:p>
        </p:txBody>
      </p:sp>
      <p:sp>
        <p:nvSpPr>
          <p:cNvPr id="4" name="Header Placeholder 3"/>
          <p:cNvSpPr>
            <a:spLocks noGrp="1"/>
          </p:cNvSpPr>
          <p:nvPr>
            <p:ph type="hdr" sz="quarter"/>
          </p:nvPr>
        </p:nvSpPr>
        <p:spPr/>
        <p:txBody>
          <a:bodyPr/>
          <a:lstStyle/>
          <a:p>
            <a:r>
              <a:rPr lang="en-US"/>
              <a:t>Name of presentation</a:t>
            </a:r>
            <a:endParaRPr lang="en-US" dirty="0"/>
          </a:p>
        </p:txBody>
      </p:sp>
      <p:sp>
        <p:nvSpPr>
          <p:cNvPr id="5" name="Date Placeholder 4"/>
          <p:cNvSpPr>
            <a:spLocks noGrp="1"/>
          </p:cNvSpPr>
          <p:nvPr>
            <p:ph type="dt" idx="1"/>
          </p:nvPr>
        </p:nvSpPr>
        <p:spPr/>
        <p:txBody>
          <a:bodyPr/>
          <a:lstStyle/>
          <a:p>
            <a:fld id="{8D35C32B-10D1-1447-A35B-280119DE9D12}" type="datetime3">
              <a:rPr lang="en-GB" smtClean="0"/>
              <a:pPr/>
              <a:t>19 February, 2026</a:t>
            </a:fld>
            <a:endParaRPr lang="en-US" dirty="0"/>
          </a:p>
        </p:txBody>
      </p:sp>
    </p:spTree>
    <p:extLst>
      <p:ext uri="{BB962C8B-B14F-4D97-AF65-F5344CB8AC3E}">
        <p14:creationId xmlns:p14="http://schemas.microsoft.com/office/powerpoint/2010/main" val="39296879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a:p>
            <a:r>
              <a:rPr lang="en-US" dirty="0"/>
              <a:t>Now, some highlights of the lab (all problem cases):</a:t>
            </a:r>
          </a:p>
          <a:p>
            <a:endParaRPr lang="en-US" dirty="0"/>
          </a:p>
          <a:p>
            <a:r>
              <a:rPr lang="en-US" dirty="0"/>
              <a:t>1_. Correlation NEQ causation, and examples. </a:t>
            </a:r>
          </a:p>
          <a:p>
            <a:r>
              <a:rPr lang="en-US" dirty="0"/>
              <a:t>2. Simpson’s paradox. Is it really a paradox? The picture in the lab is good – that is they way to remember. If you look overall, you got one slope, but the group slopes go the other way. It is not really a paradox, it is about what question you are asking (and the risk of asking the wrong question)</a:t>
            </a:r>
          </a:p>
          <a:p>
            <a:r>
              <a:rPr lang="en-US" dirty="0"/>
              <a:t>3. Data dredging, and p-hacking. This is a serious problem. When it is done willfully merely to find publishable results, we have an ethical concern. On the other hand, with large complex data sets, we will often create significant values anyway – we can detect minute effects. The effect size is important – we want substantive </a:t>
            </a:r>
            <a:r>
              <a:rPr lang="en-US" dirty="0" err="1"/>
              <a:t>signficance</a:t>
            </a:r>
            <a:r>
              <a:rPr lang="en-US" dirty="0"/>
              <a:t>. A problem I see in business is the ”quest for significance” with AB tests…</a:t>
            </a:r>
          </a:p>
          <a:p>
            <a:endParaRPr lang="en-US" dirty="0"/>
          </a:p>
          <a:p>
            <a:r>
              <a:rPr lang="en-US" dirty="0"/>
              <a:t>Last year lecturer, they tried to do some work with confounding and causality. Even after all the caveats in the lab!</a:t>
            </a:r>
          </a:p>
          <a:p>
            <a:endParaRPr lang="en-US" dirty="0"/>
          </a:p>
          <a:p>
            <a:r>
              <a:rPr lang="en-US" dirty="0"/>
              <a:t>I am not going to! except for some high level comments.  The only place in the </a:t>
            </a:r>
            <a:r>
              <a:rPr lang="en-US" dirty="0" err="1"/>
              <a:t>programme</a:t>
            </a:r>
            <a:r>
              <a:rPr lang="en-US" dirty="0"/>
              <a:t> you will get close to causality  is the learning agents module, where you will look at randomized designs. Or maybe your project. </a:t>
            </a:r>
          </a:p>
          <a:p>
            <a:endParaRPr lang="en-US" dirty="0"/>
          </a:p>
          <a:p>
            <a:r>
              <a:rPr lang="en-US" dirty="0"/>
              <a:t>There are two main schools of thought about causality (not competitors, they are doing different things):</a:t>
            </a:r>
          </a:p>
          <a:p>
            <a:endParaRPr lang="en-US" dirty="0"/>
          </a:p>
          <a:p>
            <a:pPr marL="171450" indent="-171450">
              <a:buFontTx/>
              <a:buChar char="-"/>
            </a:pPr>
            <a:r>
              <a:rPr lang="en-US" dirty="0"/>
              <a:t>Causal graphs – the Structural Causal Model approach: due to Judea Pearl. Based on DAGs, with variables as nodes, and CAUSAL relationships as arrows, data generating process as structural equations. </a:t>
            </a:r>
          </a:p>
          <a:p>
            <a:pPr marL="171450" indent="-171450">
              <a:buFontTx/>
              <a:buChar char="-"/>
            </a:pPr>
            <a:r>
              <a:rPr lang="en-US" dirty="0"/>
              <a:t>The potential outcomes framework, from Don Rubin (and others). Causality is defined as counterfactual outcomes.  Each unit has a notional  counterfactual (what wasn’t observed – the core problem), </a:t>
            </a:r>
          </a:p>
          <a:p>
            <a:pPr marL="171450" indent="-171450">
              <a:buFontTx/>
              <a:buChar char="-"/>
            </a:pPr>
            <a:endParaRPr lang="en-US" dirty="0"/>
          </a:p>
          <a:p>
            <a:pPr marL="171450" indent="-171450">
              <a:buFontTx/>
              <a:buChar char="-"/>
            </a:pPr>
            <a:endParaRPr lang="en-US" dirty="0"/>
          </a:p>
          <a:p>
            <a:pPr marL="171450" indent="-171450">
              <a:buFontTx/>
              <a:buChar char="-"/>
            </a:pPr>
            <a:r>
              <a:rPr lang="en-US" dirty="0"/>
              <a:t>Now, both of these approaches are complicated, and heavy on assumptions. They both help us make explicit all the assumptions we make, and can expose flaws in reasoning. SCM is more about </a:t>
            </a:r>
            <a:r>
              <a:rPr lang="en-US" dirty="0" err="1"/>
              <a:t>identifiying</a:t>
            </a:r>
            <a:r>
              <a:rPr lang="en-US" dirty="0"/>
              <a:t> causal relationships, potential outcomes are about estimating treating effects.</a:t>
            </a:r>
          </a:p>
          <a:p>
            <a:pPr marL="171450" indent="-171450">
              <a:buFontTx/>
              <a:buChar char="-"/>
            </a:pPr>
            <a:endParaRPr lang="en-US" dirty="0"/>
          </a:p>
          <a:p>
            <a:pPr marL="171450" indent="-171450">
              <a:buFontTx/>
              <a:buChar char="-"/>
            </a:pPr>
            <a:endParaRPr lang="en-US" dirty="0"/>
          </a:p>
          <a:p>
            <a:pPr marL="171450" indent="-171450">
              <a:buFontTx/>
              <a:buChar char="-"/>
            </a:pPr>
            <a:r>
              <a:rPr lang="en-US" dirty="0"/>
              <a:t>These are ALL contested, one way or another. This is an example where you need awareness, -- there are tools out there, and you need to know where to look if you need them. And of course, you need to be skeptical about the  methods, and aware of the assumptions. </a:t>
            </a:r>
          </a:p>
          <a:p>
            <a:pPr marL="171450" indent="-171450">
              <a:buFontTx/>
              <a:buChar char="-"/>
            </a:pPr>
            <a:endParaRPr lang="en-US" dirty="0"/>
          </a:p>
          <a:p>
            <a:pPr marL="171450" indent="-171450">
              <a:buFontTx/>
              <a:buChar char="-"/>
            </a:pPr>
            <a:r>
              <a:rPr lang="en-US" dirty="0"/>
              <a:t>Anyway, back to this example. This was a case where a first study implicated aerobic exercise as causal for leg bone density, and a later study found that body mass was the driver, as  in the DAG above. Now, this is used to illustrate a way that linear models MIGHT be able to suggest a MEANINGFUL variable is absent.  This is based on an analysis of structure in residuals over different models – and it exploits something called the Frisch-Waugh-Lovell theorem, which is purely a properly of linear regression. I do not find these demonstrations compelling – and I feel they give false certainty. By all means read into this if you are interested – but I </a:t>
            </a:r>
            <a:r>
              <a:rPr lang="en-US" dirty="0" err="1"/>
              <a:t>envourage</a:t>
            </a:r>
            <a:r>
              <a:rPr lang="en-US" dirty="0"/>
              <a:t> you to read with caution and a degree of skepticism. </a:t>
            </a:r>
          </a:p>
          <a:p>
            <a:pPr marL="171450" indent="-171450">
              <a:buFontTx/>
              <a:buChar char="-"/>
            </a:pPr>
            <a:endParaRPr lang="en-US" dirty="0"/>
          </a:p>
          <a:p>
            <a:pPr marL="171450" indent="-171450">
              <a:buFontTx/>
              <a:buChar char="-"/>
            </a:pPr>
            <a:r>
              <a:rPr lang="en-US" dirty="0"/>
              <a:t>Dealing with causality seriously requires the involvement of subject matter specialists, a variety of tools, and a good amount of wariness.</a:t>
            </a:r>
          </a:p>
          <a:p>
            <a:pPr marL="171450" indent="-171450">
              <a:buFontTx/>
              <a:buChar char="-"/>
            </a:pPr>
            <a:endParaRPr lang="en-US" dirty="0"/>
          </a:p>
          <a:p>
            <a:pPr marL="171450" indent="-171450">
              <a:buFontTx/>
              <a:buChar char="-"/>
            </a:pPr>
            <a:r>
              <a:rPr lang="en-US" dirty="0"/>
              <a:t>QAPLA</a:t>
            </a:r>
          </a:p>
          <a:p>
            <a:pPr marL="171450" indent="-171450">
              <a:buFontTx/>
              <a:buChar char="-"/>
            </a:pPr>
            <a:endParaRPr lang="en-US" dirty="0"/>
          </a:p>
          <a:p>
            <a:pPr marL="171450" indent="-171450">
              <a:buFontTx/>
              <a:buChar char="-"/>
            </a:pPr>
            <a:endParaRPr lang="en-US" dirty="0"/>
          </a:p>
          <a:p>
            <a:pPr marL="171450" indent="-171450">
              <a:buFontTx/>
              <a:buChar char="-"/>
            </a:pPr>
            <a:endParaRPr lang="en-US" dirty="0"/>
          </a:p>
        </p:txBody>
      </p:sp>
      <p:sp>
        <p:nvSpPr>
          <p:cNvPr id="4" name="Header Placeholder 3"/>
          <p:cNvSpPr>
            <a:spLocks noGrp="1"/>
          </p:cNvSpPr>
          <p:nvPr>
            <p:ph type="hdr" sz="quarter"/>
          </p:nvPr>
        </p:nvSpPr>
        <p:spPr/>
        <p:txBody>
          <a:bodyPr/>
          <a:lstStyle/>
          <a:p>
            <a:r>
              <a:rPr lang="en-US"/>
              <a:t>Name of presentation</a:t>
            </a:r>
            <a:endParaRPr lang="en-US" dirty="0"/>
          </a:p>
        </p:txBody>
      </p:sp>
      <p:sp>
        <p:nvSpPr>
          <p:cNvPr id="5" name="Date Placeholder 4"/>
          <p:cNvSpPr>
            <a:spLocks noGrp="1"/>
          </p:cNvSpPr>
          <p:nvPr>
            <p:ph type="dt" idx="1"/>
          </p:nvPr>
        </p:nvSpPr>
        <p:spPr/>
        <p:txBody>
          <a:bodyPr/>
          <a:lstStyle/>
          <a:p>
            <a:fld id="{8D35C32B-10D1-1447-A35B-280119DE9D12}" type="datetime3">
              <a:rPr lang="en-GB" smtClean="0"/>
              <a:pPr/>
              <a:t>19 February, 2026</a:t>
            </a:fld>
            <a:endParaRPr lang="en-US" dirty="0"/>
          </a:p>
        </p:txBody>
      </p:sp>
    </p:spTree>
    <p:extLst>
      <p:ext uri="{BB962C8B-B14F-4D97-AF65-F5344CB8AC3E}">
        <p14:creationId xmlns:p14="http://schemas.microsoft.com/office/powerpoint/2010/main" val="5879709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no imag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0" y="2957124"/>
            <a:ext cx="6400800" cy="453385"/>
          </a:xfrm>
        </p:spPr>
        <p:txBody>
          <a:bodyPr/>
          <a:lstStyle>
            <a:lvl1pPr marL="0" indent="0" algn="l">
              <a:buNone/>
              <a:defRPr sz="2400">
                <a:solidFill>
                  <a:srgbClr val="000000"/>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dirty="0"/>
              <a:t>Click to edit Master subtitle style</a:t>
            </a:r>
            <a:endParaRPr lang="en-US" dirty="0"/>
          </a:p>
        </p:txBody>
      </p:sp>
      <p:sp>
        <p:nvSpPr>
          <p:cNvPr id="13" name="Title 12"/>
          <p:cNvSpPr>
            <a:spLocks noGrp="1"/>
          </p:cNvSpPr>
          <p:nvPr>
            <p:ph type="title"/>
          </p:nvPr>
        </p:nvSpPr>
        <p:spPr>
          <a:xfrm>
            <a:off x="457200" y="1572517"/>
            <a:ext cx="8229600" cy="857250"/>
          </a:xfrm>
        </p:spPr>
        <p:txBody>
          <a:bodyPr/>
          <a:lstStyle>
            <a:lvl1pPr algn="l">
              <a:defRPr sz="4000" b="0">
                <a:solidFill>
                  <a:srgbClr val="003E74"/>
                </a:solidFill>
              </a:defRPr>
            </a:lvl1pPr>
          </a:lstStyle>
          <a:p>
            <a:r>
              <a:rPr lang="en-GB" dirty="0"/>
              <a:t>Click to edit Master title style</a:t>
            </a:r>
            <a:endParaRPr lang="en-US" dirty="0"/>
          </a:p>
        </p:txBody>
      </p:sp>
      <p:sp>
        <p:nvSpPr>
          <p:cNvPr id="10" name="Text Placeholder 9"/>
          <p:cNvSpPr>
            <a:spLocks noGrp="1"/>
          </p:cNvSpPr>
          <p:nvPr>
            <p:ph type="body" sz="quarter" idx="11" hasCustomPrompt="1"/>
          </p:nvPr>
        </p:nvSpPr>
        <p:spPr>
          <a:xfrm>
            <a:off x="457200" y="3955186"/>
            <a:ext cx="6400800" cy="254858"/>
          </a:xfrm>
        </p:spPr>
        <p:txBody>
          <a:bodyPr/>
          <a:lstStyle>
            <a:lvl1pPr marL="0" indent="0" algn="l">
              <a:buNone/>
              <a:defRPr sz="1200" baseline="0">
                <a:solidFill>
                  <a:srgbClr val="9D9D9D"/>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GB" dirty="0"/>
              <a:t>Click to edit author name</a:t>
            </a:r>
            <a:endParaRPr lang="en-US" dirty="0"/>
          </a:p>
        </p:txBody>
      </p:sp>
      <p:sp>
        <p:nvSpPr>
          <p:cNvPr id="9" name="Text Placeholder 7"/>
          <p:cNvSpPr>
            <a:spLocks noGrp="1"/>
          </p:cNvSpPr>
          <p:nvPr>
            <p:ph type="body" sz="quarter" idx="10" hasCustomPrompt="1"/>
          </p:nvPr>
        </p:nvSpPr>
        <p:spPr>
          <a:xfrm>
            <a:off x="6553925" y="497144"/>
            <a:ext cx="2132875" cy="234218"/>
          </a:xfrm>
        </p:spPr>
        <p:txBody>
          <a:bodyPr/>
          <a:lstStyle>
            <a:lvl1pPr marL="0" indent="0" algn="r">
              <a:buNone/>
              <a:defRPr sz="1000" b="1">
                <a:solidFill>
                  <a:srgbClr val="003E74"/>
                </a:solidFill>
              </a:defRPr>
            </a:lvl1pPr>
            <a:lvl2pPr marL="457200" indent="0">
              <a:buNone/>
              <a:defRPr sz="1200">
                <a:solidFill>
                  <a:srgbClr val="003E74"/>
                </a:solidFill>
              </a:defRPr>
            </a:lvl2pPr>
            <a:lvl3pPr marL="914400" indent="0">
              <a:buNone/>
              <a:defRPr sz="1200">
                <a:solidFill>
                  <a:srgbClr val="003E74"/>
                </a:solidFill>
              </a:defRPr>
            </a:lvl3pPr>
            <a:lvl4pPr marL="1371600" indent="0">
              <a:buNone/>
              <a:defRPr sz="1200">
                <a:solidFill>
                  <a:srgbClr val="003E74"/>
                </a:solidFill>
              </a:defRPr>
            </a:lvl4pPr>
            <a:lvl5pPr marL="1828800" indent="0">
              <a:buNone/>
              <a:defRPr sz="1200">
                <a:solidFill>
                  <a:srgbClr val="003E74"/>
                </a:solidFill>
              </a:defRPr>
            </a:lvl5pPr>
          </a:lstStyle>
          <a:p>
            <a:pPr lvl="0"/>
            <a:r>
              <a:rPr lang="en-GB" dirty="0"/>
              <a:t>Click to edit presentation title</a:t>
            </a:r>
            <a:endParaRPr lang="en-US" dirty="0"/>
          </a:p>
        </p:txBody>
      </p:sp>
      <p:sp>
        <p:nvSpPr>
          <p:cNvPr id="11" name="Text Placeholder 3"/>
          <p:cNvSpPr>
            <a:spLocks noGrp="1"/>
          </p:cNvSpPr>
          <p:nvPr>
            <p:ph type="body" sz="quarter" idx="12" hasCustomPrompt="1"/>
          </p:nvPr>
        </p:nvSpPr>
        <p:spPr>
          <a:xfrm>
            <a:off x="7239941" y="738262"/>
            <a:ext cx="1446859" cy="192881"/>
          </a:xfrm>
        </p:spPr>
        <p:txBody>
          <a:bodyPr/>
          <a:lstStyle>
            <a:lvl1pPr marL="0" indent="0" algn="r">
              <a:buNone/>
              <a:defRPr sz="1000">
                <a:solidFill>
                  <a:srgbClr val="003E74"/>
                </a:solidFill>
              </a:defRPr>
            </a:lvl1pPr>
          </a:lstStyle>
          <a:p>
            <a:pPr lvl="0"/>
            <a:r>
              <a:rPr lang="en-US" dirty="0"/>
              <a:t>Click to add the date</a:t>
            </a:r>
          </a:p>
        </p:txBody>
      </p:sp>
    </p:spTree>
    <p:extLst>
      <p:ext uri="{BB962C8B-B14F-4D97-AF65-F5344CB8AC3E}">
        <p14:creationId xmlns:p14="http://schemas.microsoft.com/office/powerpoint/2010/main" val="371809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0" y="3082581"/>
            <a:ext cx="3711608" cy="718386"/>
          </a:xfrm>
        </p:spPr>
        <p:txBody>
          <a:bodyPr/>
          <a:lstStyle>
            <a:lvl1pPr marL="0" indent="0" algn="l">
              <a:buNone/>
              <a:defRPr sz="2400">
                <a:solidFill>
                  <a:srgbClr val="000000"/>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dirty="0"/>
              <a:t>Click to edit Master subtitle style</a:t>
            </a:r>
            <a:endParaRPr lang="en-US" dirty="0"/>
          </a:p>
        </p:txBody>
      </p:sp>
      <p:sp>
        <p:nvSpPr>
          <p:cNvPr id="4" name="Title 12"/>
          <p:cNvSpPr>
            <a:spLocks noGrp="1"/>
          </p:cNvSpPr>
          <p:nvPr>
            <p:ph type="title"/>
          </p:nvPr>
        </p:nvSpPr>
        <p:spPr>
          <a:xfrm>
            <a:off x="457200" y="1159487"/>
            <a:ext cx="3711608" cy="1615001"/>
          </a:xfrm>
        </p:spPr>
        <p:txBody>
          <a:bodyPr/>
          <a:lstStyle>
            <a:lvl1pPr>
              <a:defRPr sz="4000" b="0">
                <a:solidFill>
                  <a:srgbClr val="003E74"/>
                </a:solidFill>
              </a:defRPr>
            </a:lvl1pPr>
          </a:lstStyle>
          <a:p>
            <a:r>
              <a:rPr lang="en-GB" dirty="0"/>
              <a:t>Click to edit Master title style</a:t>
            </a:r>
            <a:endParaRPr lang="en-US" dirty="0"/>
          </a:p>
        </p:txBody>
      </p:sp>
      <p:sp>
        <p:nvSpPr>
          <p:cNvPr id="5" name="Text Placeholder 9"/>
          <p:cNvSpPr>
            <a:spLocks noGrp="1"/>
          </p:cNvSpPr>
          <p:nvPr>
            <p:ph type="body" sz="quarter" idx="11" hasCustomPrompt="1"/>
          </p:nvPr>
        </p:nvSpPr>
        <p:spPr>
          <a:xfrm>
            <a:off x="457200" y="4118513"/>
            <a:ext cx="3601176" cy="254858"/>
          </a:xfrm>
        </p:spPr>
        <p:txBody>
          <a:bodyPr/>
          <a:lstStyle>
            <a:lvl1pPr marL="0" indent="0" algn="l">
              <a:buNone/>
              <a:defRPr sz="1200" baseline="0">
                <a:solidFill>
                  <a:srgbClr val="9D9D9D"/>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GB" dirty="0"/>
              <a:t>Click to edit author name</a:t>
            </a:r>
            <a:endParaRPr lang="en-US" dirty="0"/>
          </a:p>
        </p:txBody>
      </p:sp>
      <p:sp>
        <p:nvSpPr>
          <p:cNvPr id="7" name="Picture Placeholder 6"/>
          <p:cNvSpPr>
            <a:spLocks noGrp="1"/>
          </p:cNvSpPr>
          <p:nvPr>
            <p:ph type="pic" sz="quarter" idx="12"/>
          </p:nvPr>
        </p:nvSpPr>
        <p:spPr>
          <a:xfrm>
            <a:off x="4756151" y="1159669"/>
            <a:ext cx="3930650" cy="3213702"/>
          </a:xfrm>
        </p:spPr>
        <p:txBody>
          <a:bodyPr/>
          <a:lstStyle>
            <a:lvl1pPr>
              <a:buClr>
                <a:srgbClr val="0085CA"/>
              </a:buClr>
              <a:defRPr/>
            </a:lvl1pPr>
          </a:lstStyle>
          <a:p>
            <a:endParaRPr lang="en-US" dirty="0"/>
          </a:p>
        </p:txBody>
      </p:sp>
      <p:sp>
        <p:nvSpPr>
          <p:cNvPr id="11" name="Text Placeholder 7"/>
          <p:cNvSpPr>
            <a:spLocks noGrp="1"/>
          </p:cNvSpPr>
          <p:nvPr>
            <p:ph type="body" sz="quarter" idx="10" hasCustomPrompt="1"/>
          </p:nvPr>
        </p:nvSpPr>
        <p:spPr>
          <a:xfrm>
            <a:off x="6553925" y="497144"/>
            <a:ext cx="2132875" cy="234218"/>
          </a:xfrm>
        </p:spPr>
        <p:txBody>
          <a:bodyPr/>
          <a:lstStyle>
            <a:lvl1pPr marL="0" indent="0" algn="r">
              <a:buNone/>
              <a:defRPr sz="1000" b="1">
                <a:solidFill>
                  <a:srgbClr val="003E74"/>
                </a:solidFill>
              </a:defRPr>
            </a:lvl1pPr>
            <a:lvl2pPr marL="457200" indent="0">
              <a:buNone/>
              <a:defRPr sz="1200">
                <a:solidFill>
                  <a:srgbClr val="003E74"/>
                </a:solidFill>
              </a:defRPr>
            </a:lvl2pPr>
            <a:lvl3pPr marL="914400" indent="0">
              <a:buNone/>
              <a:defRPr sz="1200">
                <a:solidFill>
                  <a:srgbClr val="003E74"/>
                </a:solidFill>
              </a:defRPr>
            </a:lvl3pPr>
            <a:lvl4pPr marL="1371600" indent="0">
              <a:buNone/>
              <a:defRPr sz="1200">
                <a:solidFill>
                  <a:srgbClr val="003E74"/>
                </a:solidFill>
              </a:defRPr>
            </a:lvl4pPr>
            <a:lvl5pPr marL="1828800" indent="0">
              <a:buNone/>
              <a:defRPr sz="1200">
                <a:solidFill>
                  <a:srgbClr val="003E74"/>
                </a:solidFill>
              </a:defRPr>
            </a:lvl5pPr>
          </a:lstStyle>
          <a:p>
            <a:pPr lvl="0"/>
            <a:r>
              <a:rPr lang="en-GB" dirty="0"/>
              <a:t>Click to edit presentation title</a:t>
            </a:r>
            <a:endParaRPr lang="en-US" dirty="0"/>
          </a:p>
        </p:txBody>
      </p:sp>
      <p:sp>
        <p:nvSpPr>
          <p:cNvPr id="12" name="Text Placeholder 3"/>
          <p:cNvSpPr>
            <a:spLocks noGrp="1"/>
          </p:cNvSpPr>
          <p:nvPr>
            <p:ph type="body" sz="quarter" idx="13" hasCustomPrompt="1"/>
          </p:nvPr>
        </p:nvSpPr>
        <p:spPr>
          <a:xfrm>
            <a:off x="7239941" y="738262"/>
            <a:ext cx="1446859" cy="192881"/>
          </a:xfrm>
        </p:spPr>
        <p:txBody>
          <a:bodyPr/>
          <a:lstStyle>
            <a:lvl1pPr marL="0" indent="0" algn="r">
              <a:buNone/>
              <a:defRPr sz="1000">
                <a:solidFill>
                  <a:srgbClr val="003E74"/>
                </a:solidFill>
              </a:defRPr>
            </a:lvl1pPr>
          </a:lstStyle>
          <a:p>
            <a:pPr lvl="0"/>
            <a:r>
              <a:rPr lang="en-US" dirty="0"/>
              <a:t>Click to add the date</a:t>
            </a:r>
          </a:p>
        </p:txBody>
      </p:sp>
    </p:spTree>
    <p:extLst>
      <p:ext uri="{BB962C8B-B14F-4D97-AF65-F5344CB8AC3E}">
        <p14:creationId xmlns:p14="http://schemas.microsoft.com/office/powerpoint/2010/main" val="13720300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on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GB" dirty="0"/>
              <a:t>Click to edit Master title style</a:t>
            </a:r>
            <a:endParaRPr lang="en-US" dirty="0"/>
          </a:p>
        </p:txBody>
      </p:sp>
      <p:sp>
        <p:nvSpPr>
          <p:cNvPr id="3" name="Content Placeholder 2"/>
          <p:cNvSpPr>
            <a:spLocks noGrp="1"/>
          </p:cNvSpPr>
          <p:nvPr>
            <p:ph idx="1"/>
          </p:nvPr>
        </p:nvSpPr>
        <p:spPr>
          <a:xfrm>
            <a:off x="457200" y="1759936"/>
            <a:ext cx="8229600" cy="2613435"/>
          </a:xfrm>
        </p:spPr>
        <p:txBody>
          <a:bodyPr/>
          <a:lstStyle>
            <a:lvl1pPr>
              <a:buClr>
                <a:srgbClr val="0085CA"/>
              </a:buClr>
              <a:defRPr/>
            </a:lvl1pPr>
            <a:lvl2pPr>
              <a:buClr>
                <a:srgbClr val="0085CA"/>
              </a:buClr>
              <a:defRPr/>
            </a:lvl2pPr>
            <a:lvl3pPr>
              <a:buClr>
                <a:srgbClr val="0085CA"/>
              </a:buClr>
              <a:defRPr sz="1200"/>
            </a:lvl3pPr>
            <a:lvl4pPr>
              <a:buClr>
                <a:srgbClr val="0085CA"/>
              </a:buClr>
              <a:defRPr sz="1200"/>
            </a:lvl4pPr>
            <a:lvl5pPr>
              <a:buClr>
                <a:srgbClr val="0085CA"/>
              </a:buClr>
              <a:defRPr sz="1200">
                <a:latin typeface="+mn-lt"/>
              </a:defRPr>
            </a:lvl5pPr>
            <a:lvl6pPr marL="2286000" indent="0">
              <a:buNone/>
              <a:defRPr sz="1400" baseline="0">
                <a:latin typeface="+mn-lt"/>
              </a:defRPr>
            </a:lvl6pPr>
            <a:lvl7pPr>
              <a:defRPr/>
            </a:lvl7pPr>
            <a:lvl8pPr>
              <a:defRPr/>
            </a:lvl8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6" name="Text Placeholder 7"/>
          <p:cNvSpPr>
            <a:spLocks noGrp="1"/>
          </p:cNvSpPr>
          <p:nvPr>
            <p:ph type="body" sz="quarter" idx="10" hasCustomPrompt="1"/>
          </p:nvPr>
        </p:nvSpPr>
        <p:spPr>
          <a:xfrm>
            <a:off x="6553925" y="497144"/>
            <a:ext cx="2132875" cy="234218"/>
          </a:xfrm>
        </p:spPr>
        <p:txBody>
          <a:bodyPr/>
          <a:lstStyle>
            <a:lvl1pPr marL="0" indent="0" algn="r">
              <a:buNone/>
              <a:defRPr sz="1000" b="1">
                <a:solidFill>
                  <a:srgbClr val="003E74"/>
                </a:solidFill>
              </a:defRPr>
            </a:lvl1pPr>
            <a:lvl2pPr marL="457200" indent="0">
              <a:buNone/>
              <a:defRPr sz="1200">
                <a:solidFill>
                  <a:srgbClr val="003E74"/>
                </a:solidFill>
              </a:defRPr>
            </a:lvl2pPr>
            <a:lvl3pPr marL="914400" indent="0">
              <a:buNone/>
              <a:defRPr sz="1200">
                <a:solidFill>
                  <a:srgbClr val="003E74"/>
                </a:solidFill>
              </a:defRPr>
            </a:lvl3pPr>
            <a:lvl4pPr marL="1371600" indent="0">
              <a:buNone/>
              <a:defRPr sz="1200">
                <a:solidFill>
                  <a:srgbClr val="003E74"/>
                </a:solidFill>
              </a:defRPr>
            </a:lvl4pPr>
            <a:lvl5pPr marL="1828800" indent="0">
              <a:buNone/>
              <a:defRPr sz="1200">
                <a:solidFill>
                  <a:srgbClr val="003E74"/>
                </a:solidFill>
              </a:defRPr>
            </a:lvl5pPr>
          </a:lstStyle>
          <a:p>
            <a:pPr lvl="0"/>
            <a:r>
              <a:rPr lang="en-GB" dirty="0"/>
              <a:t>Click to edit presentation title</a:t>
            </a:r>
            <a:endParaRPr lang="en-US" dirty="0"/>
          </a:p>
        </p:txBody>
      </p:sp>
      <p:sp>
        <p:nvSpPr>
          <p:cNvPr id="9" name="Text Placeholder 3"/>
          <p:cNvSpPr>
            <a:spLocks noGrp="1"/>
          </p:cNvSpPr>
          <p:nvPr>
            <p:ph type="body" sz="quarter" idx="12" hasCustomPrompt="1"/>
          </p:nvPr>
        </p:nvSpPr>
        <p:spPr>
          <a:xfrm>
            <a:off x="7239941" y="738262"/>
            <a:ext cx="1446859" cy="192881"/>
          </a:xfrm>
        </p:spPr>
        <p:txBody>
          <a:bodyPr/>
          <a:lstStyle>
            <a:lvl1pPr marL="0" indent="0" algn="r">
              <a:buNone/>
              <a:defRPr sz="1000">
                <a:solidFill>
                  <a:srgbClr val="003E74"/>
                </a:solidFill>
              </a:defRPr>
            </a:lvl1pPr>
          </a:lstStyle>
          <a:p>
            <a:pPr lvl="0"/>
            <a:r>
              <a:rPr lang="en-US" dirty="0"/>
              <a:t>Click to add the date</a:t>
            </a:r>
          </a:p>
        </p:txBody>
      </p:sp>
    </p:spTree>
    <p:extLst>
      <p:ext uri="{BB962C8B-B14F-4D97-AF65-F5344CB8AC3E}">
        <p14:creationId xmlns:p14="http://schemas.microsoft.com/office/powerpoint/2010/main" val="1569259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10" name="Content Placeholder 2"/>
          <p:cNvSpPr>
            <a:spLocks noGrp="1"/>
          </p:cNvSpPr>
          <p:nvPr>
            <p:ph idx="11"/>
          </p:nvPr>
        </p:nvSpPr>
        <p:spPr>
          <a:xfrm>
            <a:off x="457200" y="1759936"/>
            <a:ext cx="3950877" cy="2613435"/>
          </a:xfrm>
        </p:spPr>
        <p:txBody>
          <a:bodyPr/>
          <a:lstStyle>
            <a:lvl1pPr>
              <a:buClr>
                <a:srgbClr val="0085CA"/>
              </a:buClr>
              <a:defRPr/>
            </a:lvl1pPr>
            <a:lvl2pPr>
              <a:buClr>
                <a:srgbClr val="0085CA"/>
              </a:buClr>
              <a:defRPr/>
            </a:lvl2pPr>
            <a:lvl3pPr>
              <a:buClr>
                <a:srgbClr val="0085CA"/>
              </a:buClr>
              <a:defRPr/>
            </a:lvl3pPr>
            <a:lvl4pPr>
              <a:buClr>
                <a:srgbClr val="0085CA"/>
              </a:buClr>
              <a:defRPr/>
            </a:lvl4pPr>
            <a:lvl5pPr>
              <a:buClr>
                <a:srgbClr val="0085CA"/>
              </a:buCl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Title 1"/>
          <p:cNvSpPr>
            <a:spLocks noGrp="1"/>
          </p:cNvSpPr>
          <p:nvPr>
            <p:ph type="title"/>
          </p:nvPr>
        </p:nvSpPr>
        <p:spPr/>
        <p:txBody>
          <a:bodyPr/>
          <a:lstStyle>
            <a:lvl1pPr>
              <a:defRPr sz="2400"/>
            </a:lvl1pPr>
          </a:lstStyle>
          <a:p>
            <a:r>
              <a:rPr lang="en-GB" dirty="0"/>
              <a:t>Click to edit Master title style</a:t>
            </a:r>
            <a:endParaRPr lang="en-US" dirty="0"/>
          </a:p>
        </p:txBody>
      </p:sp>
      <p:sp>
        <p:nvSpPr>
          <p:cNvPr id="12" name="Content Placeholder 2"/>
          <p:cNvSpPr>
            <a:spLocks noGrp="1"/>
          </p:cNvSpPr>
          <p:nvPr>
            <p:ph idx="12"/>
          </p:nvPr>
        </p:nvSpPr>
        <p:spPr>
          <a:xfrm>
            <a:off x="4735923" y="1759936"/>
            <a:ext cx="3950878" cy="2613435"/>
          </a:xfrm>
        </p:spPr>
        <p:txBody>
          <a:bodyPr/>
          <a:lstStyle>
            <a:lvl1pPr>
              <a:buClr>
                <a:srgbClr val="0085CA"/>
              </a:buClr>
              <a:defRPr/>
            </a:lvl1pPr>
            <a:lvl2pPr>
              <a:buClr>
                <a:srgbClr val="0085CA"/>
              </a:buClr>
              <a:defRPr/>
            </a:lvl2pPr>
            <a:lvl3pPr>
              <a:buClr>
                <a:srgbClr val="0085CA"/>
              </a:buClr>
              <a:defRPr/>
            </a:lvl3pPr>
            <a:lvl4pPr>
              <a:buClr>
                <a:srgbClr val="0085CA"/>
              </a:buClr>
              <a:defRPr/>
            </a:lvl4pPr>
            <a:lvl5pPr>
              <a:buClr>
                <a:srgbClr val="0085CA"/>
              </a:buCl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Text Placeholder 7"/>
          <p:cNvSpPr>
            <a:spLocks noGrp="1"/>
          </p:cNvSpPr>
          <p:nvPr>
            <p:ph type="body" sz="quarter" idx="10" hasCustomPrompt="1"/>
          </p:nvPr>
        </p:nvSpPr>
        <p:spPr>
          <a:xfrm>
            <a:off x="6553925" y="497144"/>
            <a:ext cx="2132875" cy="234218"/>
          </a:xfrm>
        </p:spPr>
        <p:txBody>
          <a:bodyPr/>
          <a:lstStyle>
            <a:lvl1pPr marL="0" indent="0" algn="r">
              <a:buNone/>
              <a:defRPr sz="1000" b="1">
                <a:solidFill>
                  <a:srgbClr val="003E74"/>
                </a:solidFill>
              </a:defRPr>
            </a:lvl1pPr>
            <a:lvl2pPr marL="457200" indent="0">
              <a:buNone/>
              <a:defRPr sz="1200">
                <a:solidFill>
                  <a:srgbClr val="003E74"/>
                </a:solidFill>
              </a:defRPr>
            </a:lvl2pPr>
            <a:lvl3pPr marL="914400" indent="0">
              <a:buNone/>
              <a:defRPr sz="1200">
                <a:solidFill>
                  <a:srgbClr val="003E74"/>
                </a:solidFill>
              </a:defRPr>
            </a:lvl3pPr>
            <a:lvl4pPr marL="1371600" indent="0">
              <a:buNone/>
              <a:defRPr sz="1200">
                <a:solidFill>
                  <a:srgbClr val="003E74"/>
                </a:solidFill>
              </a:defRPr>
            </a:lvl4pPr>
            <a:lvl5pPr marL="1828800" indent="0">
              <a:buNone/>
              <a:defRPr sz="1200">
                <a:solidFill>
                  <a:srgbClr val="003E74"/>
                </a:solidFill>
              </a:defRPr>
            </a:lvl5pPr>
          </a:lstStyle>
          <a:p>
            <a:pPr lvl="0"/>
            <a:r>
              <a:rPr lang="en-GB" dirty="0"/>
              <a:t>Click to edit presentation title</a:t>
            </a:r>
            <a:endParaRPr lang="en-US" dirty="0"/>
          </a:p>
        </p:txBody>
      </p:sp>
      <p:sp>
        <p:nvSpPr>
          <p:cNvPr id="14" name="Text Placeholder 3"/>
          <p:cNvSpPr>
            <a:spLocks noGrp="1"/>
          </p:cNvSpPr>
          <p:nvPr>
            <p:ph type="body" sz="quarter" idx="13" hasCustomPrompt="1"/>
          </p:nvPr>
        </p:nvSpPr>
        <p:spPr>
          <a:xfrm>
            <a:off x="7239941" y="738262"/>
            <a:ext cx="1446859" cy="192881"/>
          </a:xfrm>
        </p:spPr>
        <p:txBody>
          <a:bodyPr/>
          <a:lstStyle>
            <a:lvl1pPr marL="0" indent="0" algn="r">
              <a:buNone/>
              <a:defRPr sz="1000">
                <a:solidFill>
                  <a:srgbClr val="003E74"/>
                </a:solidFill>
              </a:defRPr>
            </a:lvl1pPr>
          </a:lstStyle>
          <a:p>
            <a:pPr lvl="0"/>
            <a:r>
              <a:rPr lang="en-US" dirty="0"/>
              <a:t>Click to add the date</a:t>
            </a:r>
          </a:p>
        </p:txBody>
      </p:sp>
    </p:spTree>
    <p:extLst>
      <p:ext uri="{BB962C8B-B14F-4D97-AF65-F5344CB8AC3E}">
        <p14:creationId xmlns:p14="http://schemas.microsoft.com/office/powerpoint/2010/main" val="2622752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with quote)">
    <p:spTree>
      <p:nvGrpSpPr>
        <p:cNvPr id="1" name=""/>
        <p:cNvGrpSpPr/>
        <p:nvPr/>
      </p:nvGrpSpPr>
      <p:grpSpPr>
        <a:xfrm>
          <a:off x="0" y="0"/>
          <a:ext cx="0" cy="0"/>
          <a:chOff x="0" y="0"/>
          <a:chExt cx="0" cy="0"/>
        </a:xfrm>
      </p:grpSpPr>
      <p:sp>
        <p:nvSpPr>
          <p:cNvPr id="3" name="Content Placeholder 2"/>
          <p:cNvSpPr>
            <a:spLocks noGrp="1"/>
          </p:cNvSpPr>
          <p:nvPr>
            <p:ph idx="11"/>
          </p:nvPr>
        </p:nvSpPr>
        <p:spPr>
          <a:xfrm>
            <a:off x="457200" y="1759936"/>
            <a:ext cx="3950877" cy="2613435"/>
          </a:xfrm>
        </p:spPr>
        <p:txBody>
          <a:bodyPr/>
          <a:lstStyle>
            <a:lvl1pPr>
              <a:buClr>
                <a:srgbClr val="0085CA"/>
              </a:buClr>
              <a:defRPr/>
            </a:lvl1pPr>
            <a:lvl2pPr>
              <a:buClr>
                <a:srgbClr val="0085CA"/>
              </a:buClr>
              <a:defRPr/>
            </a:lvl2pPr>
            <a:lvl3pPr>
              <a:buClr>
                <a:srgbClr val="0085CA"/>
              </a:buClr>
              <a:defRPr/>
            </a:lvl3pPr>
            <a:lvl4pPr>
              <a:buClr>
                <a:srgbClr val="0085CA"/>
              </a:buClr>
              <a:defRPr/>
            </a:lvl4pPr>
            <a:lvl5pPr>
              <a:buClr>
                <a:srgbClr val="0085CA"/>
              </a:buCl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Title 1"/>
          <p:cNvSpPr>
            <a:spLocks noGrp="1"/>
          </p:cNvSpPr>
          <p:nvPr>
            <p:ph type="title"/>
          </p:nvPr>
        </p:nvSpPr>
        <p:spPr>
          <a:xfrm>
            <a:off x="457200" y="1115931"/>
            <a:ext cx="8229600" cy="380667"/>
          </a:xfrm>
        </p:spPr>
        <p:txBody>
          <a:bodyPr/>
          <a:lstStyle>
            <a:lvl1pPr>
              <a:defRPr sz="2400"/>
            </a:lvl1pPr>
          </a:lstStyle>
          <a:p>
            <a:r>
              <a:rPr lang="en-GB" dirty="0"/>
              <a:t>Click to edit Master title style</a:t>
            </a:r>
            <a:endParaRPr lang="en-US" dirty="0"/>
          </a:p>
        </p:txBody>
      </p:sp>
      <p:sp>
        <p:nvSpPr>
          <p:cNvPr id="6" name="Content Placeholder 2"/>
          <p:cNvSpPr>
            <a:spLocks noGrp="1"/>
          </p:cNvSpPr>
          <p:nvPr>
            <p:ph idx="12" hasCustomPrompt="1"/>
          </p:nvPr>
        </p:nvSpPr>
        <p:spPr>
          <a:xfrm>
            <a:off x="4735923" y="1759936"/>
            <a:ext cx="3950878" cy="1948997"/>
          </a:xfrm>
        </p:spPr>
        <p:txBody>
          <a:bodyPr/>
          <a:lstStyle>
            <a:lvl1pPr marL="0" indent="0">
              <a:buClr>
                <a:srgbClr val="0085CA"/>
              </a:buClr>
              <a:buNone/>
              <a:defRPr sz="2800" b="0" i="1" baseline="0">
                <a:solidFill>
                  <a:srgbClr val="003E74"/>
                </a:solidFill>
              </a:defRPr>
            </a:lvl1pPr>
            <a:lvl2pPr>
              <a:buClr>
                <a:srgbClr val="0085CA"/>
              </a:buClr>
              <a:defRPr/>
            </a:lvl2pPr>
            <a:lvl3pPr>
              <a:buClr>
                <a:srgbClr val="0085CA"/>
              </a:buClr>
              <a:defRPr/>
            </a:lvl3pPr>
            <a:lvl4pPr>
              <a:buClr>
                <a:srgbClr val="0085CA"/>
              </a:buClr>
              <a:defRPr/>
            </a:lvl4pPr>
            <a:lvl5pPr>
              <a:buClr>
                <a:srgbClr val="0085CA"/>
              </a:buClr>
              <a:defRPr/>
            </a:lvl5pPr>
          </a:lstStyle>
          <a:p>
            <a:pPr lvl="0"/>
            <a:r>
              <a:rPr lang="en-GB" dirty="0"/>
              <a:t>“Click to add a quote”</a:t>
            </a:r>
            <a:endParaRPr lang="en-US" dirty="0"/>
          </a:p>
        </p:txBody>
      </p:sp>
      <p:sp>
        <p:nvSpPr>
          <p:cNvPr id="8" name="Text Placeholder 12"/>
          <p:cNvSpPr>
            <a:spLocks noGrp="1"/>
          </p:cNvSpPr>
          <p:nvPr>
            <p:ph type="body" sz="quarter" idx="14" hasCustomPrompt="1"/>
          </p:nvPr>
        </p:nvSpPr>
        <p:spPr>
          <a:xfrm>
            <a:off x="4735514" y="3890251"/>
            <a:ext cx="3951287" cy="483120"/>
          </a:xfrm>
        </p:spPr>
        <p:txBody>
          <a:bodyPr/>
          <a:lstStyle>
            <a:lvl1pPr marL="0" marR="0" indent="0" algn="l" defTabSz="457200" rtl="0" eaLnBrk="1" fontAlgn="auto" latinLnBrk="0" hangingPunct="1">
              <a:lnSpc>
                <a:spcPct val="100000"/>
              </a:lnSpc>
              <a:spcBef>
                <a:spcPct val="20000"/>
              </a:spcBef>
              <a:spcAft>
                <a:spcPts val="0"/>
              </a:spcAft>
              <a:buClr>
                <a:srgbClr val="0085CA"/>
              </a:buClr>
              <a:buSzTx/>
              <a:buFont typeface="Arial"/>
              <a:buNone/>
              <a:tabLst/>
              <a:defRPr sz="1200" baseline="0">
                <a:solidFill>
                  <a:srgbClr val="0085CA"/>
                </a:solidFill>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457200" rtl="0" eaLnBrk="1" fontAlgn="auto" latinLnBrk="0" hangingPunct="1">
              <a:lnSpc>
                <a:spcPct val="100000"/>
              </a:lnSpc>
              <a:spcBef>
                <a:spcPct val="20000"/>
              </a:spcBef>
              <a:spcAft>
                <a:spcPts val="0"/>
              </a:spcAft>
              <a:buClr>
                <a:srgbClr val="0085CA"/>
              </a:buClr>
              <a:buSzTx/>
              <a:buFont typeface="Arial"/>
              <a:buNone/>
              <a:tabLst/>
              <a:defRPr/>
            </a:pPr>
            <a:r>
              <a:rPr lang="en-GB" dirty="0"/>
              <a:t>Click to add quote attribution</a:t>
            </a:r>
            <a:endParaRPr lang="en-US" dirty="0"/>
          </a:p>
        </p:txBody>
      </p:sp>
      <p:sp>
        <p:nvSpPr>
          <p:cNvPr id="10" name="Text Placeholder 7"/>
          <p:cNvSpPr>
            <a:spLocks noGrp="1"/>
          </p:cNvSpPr>
          <p:nvPr>
            <p:ph type="body" sz="quarter" idx="10" hasCustomPrompt="1"/>
          </p:nvPr>
        </p:nvSpPr>
        <p:spPr>
          <a:xfrm>
            <a:off x="6553925" y="497144"/>
            <a:ext cx="2132875" cy="234218"/>
          </a:xfrm>
        </p:spPr>
        <p:txBody>
          <a:bodyPr/>
          <a:lstStyle>
            <a:lvl1pPr marL="0" indent="0" algn="r">
              <a:buNone/>
              <a:defRPr sz="1000" b="1">
                <a:solidFill>
                  <a:srgbClr val="003E74"/>
                </a:solidFill>
              </a:defRPr>
            </a:lvl1pPr>
            <a:lvl2pPr marL="457200" indent="0">
              <a:buNone/>
              <a:defRPr sz="1200">
                <a:solidFill>
                  <a:srgbClr val="003E74"/>
                </a:solidFill>
              </a:defRPr>
            </a:lvl2pPr>
            <a:lvl3pPr marL="914400" indent="0">
              <a:buNone/>
              <a:defRPr sz="1200">
                <a:solidFill>
                  <a:srgbClr val="003E74"/>
                </a:solidFill>
              </a:defRPr>
            </a:lvl3pPr>
            <a:lvl4pPr marL="1371600" indent="0">
              <a:buNone/>
              <a:defRPr sz="1200">
                <a:solidFill>
                  <a:srgbClr val="003E74"/>
                </a:solidFill>
              </a:defRPr>
            </a:lvl4pPr>
            <a:lvl5pPr marL="1828800" indent="0">
              <a:buNone/>
              <a:defRPr sz="1200">
                <a:solidFill>
                  <a:srgbClr val="003E74"/>
                </a:solidFill>
              </a:defRPr>
            </a:lvl5pPr>
          </a:lstStyle>
          <a:p>
            <a:pPr lvl="0"/>
            <a:r>
              <a:rPr lang="en-GB" dirty="0"/>
              <a:t>Click to edit presentation title</a:t>
            </a:r>
            <a:endParaRPr lang="en-US" dirty="0"/>
          </a:p>
        </p:txBody>
      </p:sp>
      <p:sp>
        <p:nvSpPr>
          <p:cNvPr id="11" name="Text Placeholder 3"/>
          <p:cNvSpPr>
            <a:spLocks noGrp="1"/>
          </p:cNvSpPr>
          <p:nvPr>
            <p:ph type="body" sz="quarter" idx="15" hasCustomPrompt="1"/>
          </p:nvPr>
        </p:nvSpPr>
        <p:spPr>
          <a:xfrm>
            <a:off x="7239941" y="738262"/>
            <a:ext cx="1446859" cy="192881"/>
          </a:xfrm>
        </p:spPr>
        <p:txBody>
          <a:bodyPr/>
          <a:lstStyle>
            <a:lvl1pPr marL="0" indent="0" algn="r">
              <a:buNone/>
              <a:defRPr sz="1000">
                <a:solidFill>
                  <a:srgbClr val="003E74"/>
                </a:solidFill>
              </a:defRPr>
            </a:lvl1pPr>
          </a:lstStyle>
          <a:p>
            <a:pPr lvl="0"/>
            <a:r>
              <a:rPr lang="en-US" dirty="0"/>
              <a:t>Click to add the date</a:t>
            </a:r>
          </a:p>
        </p:txBody>
      </p:sp>
    </p:spTree>
    <p:extLst>
      <p:ext uri="{BB962C8B-B14F-4D97-AF65-F5344CB8AC3E}">
        <p14:creationId xmlns:p14="http://schemas.microsoft.com/office/powerpoint/2010/main" val="3128024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two columns with image)">
    <p:spTree>
      <p:nvGrpSpPr>
        <p:cNvPr id="1" name=""/>
        <p:cNvGrpSpPr/>
        <p:nvPr/>
      </p:nvGrpSpPr>
      <p:grpSpPr>
        <a:xfrm>
          <a:off x="0" y="0"/>
          <a:ext cx="0" cy="0"/>
          <a:chOff x="0" y="0"/>
          <a:chExt cx="0" cy="0"/>
        </a:xfrm>
      </p:grpSpPr>
      <p:sp>
        <p:nvSpPr>
          <p:cNvPr id="3" name="Content Placeholder 2"/>
          <p:cNvSpPr>
            <a:spLocks noGrp="1"/>
          </p:cNvSpPr>
          <p:nvPr>
            <p:ph idx="11"/>
          </p:nvPr>
        </p:nvSpPr>
        <p:spPr>
          <a:xfrm>
            <a:off x="457200" y="1759936"/>
            <a:ext cx="3950877" cy="2613435"/>
          </a:xfrm>
        </p:spPr>
        <p:txBody>
          <a:bodyPr/>
          <a:lstStyle>
            <a:lvl1pPr>
              <a:buClr>
                <a:srgbClr val="0085CA"/>
              </a:buClr>
              <a:defRPr/>
            </a:lvl1pPr>
            <a:lvl2pPr>
              <a:buClr>
                <a:srgbClr val="0085CA"/>
              </a:buClr>
              <a:defRPr/>
            </a:lvl2pPr>
            <a:lvl3pPr>
              <a:buClr>
                <a:srgbClr val="0085CA"/>
              </a:buClr>
              <a:defRPr/>
            </a:lvl3pPr>
            <a:lvl4pPr>
              <a:buClr>
                <a:srgbClr val="0085CA"/>
              </a:buClr>
              <a:defRPr/>
            </a:lvl4pPr>
            <a:lvl5pPr>
              <a:buClr>
                <a:srgbClr val="0085CA"/>
              </a:buCl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Title 1"/>
          <p:cNvSpPr>
            <a:spLocks noGrp="1"/>
          </p:cNvSpPr>
          <p:nvPr>
            <p:ph type="title"/>
          </p:nvPr>
        </p:nvSpPr>
        <p:spPr>
          <a:xfrm>
            <a:off x="457200" y="1115931"/>
            <a:ext cx="8229600" cy="380667"/>
          </a:xfrm>
        </p:spPr>
        <p:txBody>
          <a:bodyPr/>
          <a:lstStyle>
            <a:lvl1pPr>
              <a:defRPr sz="2400"/>
            </a:lvl1pPr>
          </a:lstStyle>
          <a:p>
            <a:r>
              <a:rPr lang="en-GB" dirty="0"/>
              <a:t>Click to edit Master title style</a:t>
            </a:r>
            <a:endParaRPr lang="en-US" dirty="0"/>
          </a:p>
        </p:txBody>
      </p:sp>
      <p:sp>
        <p:nvSpPr>
          <p:cNvPr id="9" name="Picture Placeholder 8"/>
          <p:cNvSpPr>
            <a:spLocks noGrp="1"/>
          </p:cNvSpPr>
          <p:nvPr>
            <p:ph type="pic" sz="quarter" idx="13"/>
          </p:nvPr>
        </p:nvSpPr>
        <p:spPr>
          <a:xfrm>
            <a:off x="4735514" y="1759937"/>
            <a:ext cx="3951287" cy="1976608"/>
          </a:xfrm>
        </p:spPr>
        <p:txBody>
          <a:bodyPr/>
          <a:lstStyle>
            <a:lvl1pPr>
              <a:buClr>
                <a:srgbClr val="0085CA"/>
              </a:buClr>
              <a:defRPr/>
            </a:lvl1pPr>
          </a:lstStyle>
          <a:p>
            <a:endParaRPr lang="en-US" dirty="0"/>
          </a:p>
        </p:txBody>
      </p:sp>
      <p:sp>
        <p:nvSpPr>
          <p:cNvPr id="13" name="Text Placeholder 12"/>
          <p:cNvSpPr>
            <a:spLocks noGrp="1"/>
          </p:cNvSpPr>
          <p:nvPr>
            <p:ph type="body" sz="quarter" idx="14" hasCustomPrompt="1"/>
          </p:nvPr>
        </p:nvSpPr>
        <p:spPr>
          <a:xfrm>
            <a:off x="4735514" y="3942710"/>
            <a:ext cx="3951287" cy="427906"/>
          </a:xfrm>
        </p:spPr>
        <p:txBody>
          <a:bodyPr/>
          <a:lstStyle>
            <a:lvl1pPr marL="0" indent="0">
              <a:buNone/>
              <a:defRPr sz="1000">
                <a:solidFill>
                  <a:srgbClr val="9D9D9D"/>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Click to add caption</a:t>
            </a:r>
            <a:endParaRPr lang="en-US" dirty="0"/>
          </a:p>
        </p:txBody>
      </p:sp>
      <p:sp>
        <p:nvSpPr>
          <p:cNvPr id="8" name="Text Placeholder 7"/>
          <p:cNvSpPr>
            <a:spLocks noGrp="1"/>
          </p:cNvSpPr>
          <p:nvPr>
            <p:ph type="body" sz="quarter" idx="10" hasCustomPrompt="1"/>
          </p:nvPr>
        </p:nvSpPr>
        <p:spPr>
          <a:xfrm>
            <a:off x="6553925" y="497144"/>
            <a:ext cx="2132875" cy="234218"/>
          </a:xfrm>
        </p:spPr>
        <p:txBody>
          <a:bodyPr/>
          <a:lstStyle>
            <a:lvl1pPr marL="0" indent="0" algn="r">
              <a:buNone/>
              <a:defRPr sz="1000" b="1">
                <a:solidFill>
                  <a:srgbClr val="003E74"/>
                </a:solidFill>
              </a:defRPr>
            </a:lvl1pPr>
            <a:lvl2pPr marL="457200" indent="0">
              <a:buNone/>
              <a:defRPr sz="1200">
                <a:solidFill>
                  <a:srgbClr val="003E74"/>
                </a:solidFill>
              </a:defRPr>
            </a:lvl2pPr>
            <a:lvl3pPr marL="914400" indent="0">
              <a:buNone/>
              <a:defRPr sz="1200">
                <a:solidFill>
                  <a:srgbClr val="003E74"/>
                </a:solidFill>
              </a:defRPr>
            </a:lvl3pPr>
            <a:lvl4pPr marL="1371600" indent="0">
              <a:buNone/>
              <a:defRPr sz="1200">
                <a:solidFill>
                  <a:srgbClr val="003E74"/>
                </a:solidFill>
              </a:defRPr>
            </a:lvl4pPr>
            <a:lvl5pPr marL="1828800" indent="0">
              <a:buNone/>
              <a:defRPr sz="1200">
                <a:solidFill>
                  <a:srgbClr val="003E74"/>
                </a:solidFill>
              </a:defRPr>
            </a:lvl5pPr>
          </a:lstStyle>
          <a:p>
            <a:pPr lvl="0"/>
            <a:r>
              <a:rPr lang="en-GB" dirty="0"/>
              <a:t>Click to edit presentation title</a:t>
            </a:r>
            <a:endParaRPr lang="en-US" dirty="0"/>
          </a:p>
        </p:txBody>
      </p:sp>
      <p:sp>
        <p:nvSpPr>
          <p:cNvPr id="11" name="Text Placeholder 3"/>
          <p:cNvSpPr>
            <a:spLocks noGrp="1"/>
          </p:cNvSpPr>
          <p:nvPr>
            <p:ph type="body" sz="quarter" idx="12" hasCustomPrompt="1"/>
          </p:nvPr>
        </p:nvSpPr>
        <p:spPr>
          <a:xfrm>
            <a:off x="7239941" y="738262"/>
            <a:ext cx="1446859" cy="192881"/>
          </a:xfrm>
        </p:spPr>
        <p:txBody>
          <a:bodyPr/>
          <a:lstStyle>
            <a:lvl1pPr marL="0" indent="0" algn="r">
              <a:buNone/>
              <a:defRPr sz="1000">
                <a:solidFill>
                  <a:srgbClr val="003E74"/>
                </a:solidFill>
              </a:defRPr>
            </a:lvl1pPr>
          </a:lstStyle>
          <a:p>
            <a:pPr lvl="0"/>
            <a:r>
              <a:rPr lang="en-US" dirty="0"/>
              <a:t>Click to add the date</a:t>
            </a:r>
          </a:p>
        </p:txBody>
      </p:sp>
    </p:spTree>
    <p:extLst>
      <p:ext uri="{BB962C8B-B14F-4D97-AF65-F5344CB8AC3E}">
        <p14:creationId xmlns:p14="http://schemas.microsoft.com/office/powerpoint/2010/main" val="8472591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ingle image/media and caption">
    <p:spTree>
      <p:nvGrpSpPr>
        <p:cNvPr id="1" name=""/>
        <p:cNvGrpSpPr/>
        <p:nvPr/>
      </p:nvGrpSpPr>
      <p:grpSpPr>
        <a:xfrm>
          <a:off x="0" y="0"/>
          <a:ext cx="0" cy="0"/>
          <a:chOff x="0" y="0"/>
          <a:chExt cx="0" cy="0"/>
        </a:xfrm>
      </p:grpSpPr>
      <p:sp>
        <p:nvSpPr>
          <p:cNvPr id="7" name="Picture Placeholder 8"/>
          <p:cNvSpPr>
            <a:spLocks noGrp="1"/>
          </p:cNvSpPr>
          <p:nvPr>
            <p:ph type="pic" sz="quarter" idx="13"/>
          </p:nvPr>
        </p:nvSpPr>
        <p:spPr>
          <a:xfrm>
            <a:off x="457200" y="1115931"/>
            <a:ext cx="8229601" cy="2639020"/>
          </a:xfrm>
        </p:spPr>
        <p:txBody>
          <a:bodyPr/>
          <a:lstStyle>
            <a:lvl1pPr>
              <a:buClr>
                <a:srgbClr val="0085CA"/>
              </a:buClr>
              <a:defRPr/>
            </a:lvl1pPr>
          </a:lstStyle>
          <a:p>
            <a:endParaRPr lang="en-US" dirty="0"/>
          </a:p>
        </p:txBody>
      </p:sp>
      <p:sp>
        <p:nvSpPr>
          <p:cNvPr id="9" name="Text Placeholder 7"/>
          <p:cNvSpPr>
            <a:spLocks noGrp="1"/>
          </p:cNvSpPr>
          <p:nvPr>
            <p:ph type="body" sz="quarter" idx="10" hasCustomPrompt="1"/>
          </p:nvPr>
        </p:nvSpPr>
        <p:spPr>
          <a:xfrm>
            <a:off x="6553925" y="497144"/>
            <a:ext cx="2132875" cy="234218"/>
          </a:xfrm>
        </p:spPr>
        <p:txBody>
          <a:bodyPr/>
          <a:lstStyle>
            <a:lvl1pPr marL="0" indent="0" algn="r">
              <a:buNone/>
              <a:defRPr sz="1000" b="1">
                <a:solidFill>
                  <a:srgbClr val="003E74"/>
                </a:solidFill>
              </a:defRPr>
            </a:lvl1pPr>
            <a:lvl2pPr marL="457200" indent="0">
              <a:buNone/>
              <a:defRPr sz="1200">
                <a:solidFill>
                  <a:srgbClr val="003E74"/>
                </a:solidFill>
              </a:defRPr>
            </a:lvl2pPr>
            <a:lvl3pPr marL="914400" indent="0">
              <a:buNone/>
              <a:defRPr sz="1200">
                <a:solidFill>
                  <a:srgbClr val="003E74"/>
                </a:solidFill>
              </a:defRPr>
            </a:lvl3pPr>
            <a:lvl4pPr marL="1371600" indent="0">
              <a:buNone/>
              <a:defRPr sz="1200">
                <a:solidFill>
                  <a:srgbClr val="003E74"/>
                </a:solidFill>
              </a:defRPr>
            </a:lvl4pPr>
            <a:lvl5pPr marL="1828800" indent="0">
              <a:buNone/>
              <a:defRPr sz="1200">
                <a:solidFill>
                  <a:srgbClr val="003E74"/>
                </a:solidFill>
              </a:defRPr>
            </a:lvl5pPr>
          </a:lstStyle>
          <a:p>
            <a:pPr lvl="0"/>
            <a:r>
              <a:rPr lang="en-GB" dirty="0"/>
              <a:t>Click to edit presentation title</a:t>
            </a:r>
            <a:endParaRPr lang="en-US" dirty="0"/>
          </a:p>
        </p:txBody>
      </p:sp>
      <p:sp>
        <p:nvSpPr>
          <p:cNvPr id="11" name="Text Placeholder 3"/>
          <p:cNvSpPr>
            <a:spLocks noGrp="1"/>
          </p:cNvSpPr>
          <p:nvPr>
            <p:ph type="body" sz="quarter" idx="12" hasCustomPrompt="1"/>
          </p:nvPr>
        </p:nvSpPr>
        <p:spPr>
          <a:xfrm>
            <a:off x="7239941" y="738262"/>
            <a:ext cx="1446859" cy="192881"/>
          </a:xfrm>
        </p:spPr>
        <p:txBody>
          <a:bodyPr/>
          <a:lstStyle>
            <a:lvl1pPr marL="0" indent="0" algn="r">
              <a:buNone/>
              <a:defRPr sz="1000">
                <a:solidFill>
                  <a:srgbClr val="003E74"/>
                </a:solidFill>
              </a:defRPr>
            </a:lvl1pPr>
          </a:lstStyle>
          <a:p>
            <a:pPr lvl="0"/>
            <a:r>
              <a:rPr lang="en-US" dirty="0"/>
              <a:t>Click to add the date</a:t>
            </a:r>
          </a:p>
        </p:txBody>
      </p:sp>
      <p:sp>
        <p:nvSpPr>
          <p:cNvPr id="12" name="Text Placeholder 12"/>
          <p:cNvSpPr>
            <a:spLocks noGrp="1"/>
          </p:cNvSpPr>
          <p:nvPr>
            <p:ph type="body" sz="quarter" idx="14" hasCustomPrompt="1"/>
          </p:nvPr>
        </p:nvSpPr>
        <p:spPr>
          <a:xfrm>
            <a:off x="457200" y="3945465"/>
            <a:ext cx="3951287" cy="427906"/>
          </a:xfrm>
        </p:spPr>
        <p:txBody>
          <a:bodyPr/>
          <a:lstStyle>
            <a:lvl1pPr marL="0" indent="0">
              <a:buNone/>
              <a:defRPr sz="1000">
                <a:solidFill>
                  <a:srgbClr val="9D9D9D"/>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Click to add caption</a:t>
            </a:r>
            <a:endParaRPr lang="en-US" dirty="0"/>
          </a:p>
        </p:txBody>
      </p:sp>
    </p:spTree>
    <p:extLst>
      <p:ext uri="{BB962C8B-B14F-4D97-AF65-F5344CB8AC3E}">
        <p14:creationId xmlns:p14="http://schemas.microsoft.com/office/powerpoint/2010/main" val="3929557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ultiple images/media and caption">
    <p:spTree>
      <p:nvGrpSpPr>
        <p:cNvPr id="1" name=""/>
        <p:cNvGrpSpPr/>
        <p:nvPr/>
      </p:nvGrpSpPr>
      <p:grpSpPr>
        <a:xfrm>
          <a:off x="0" y="0"/>
          <a:ext cx="0" cy="0"/>
          <a:chOff x="0" y="0"/>
          <a:chExt cx="0" cy="0"/>
        </a:xfrm>
      </p:grpSpPr>
      <p:sp>
        <p:nvSpPr>
          <p:cNvPr id="5" name="Picture Placeholder 8"/>
          <p:cNvSpPr>
            <a:spLocks noGrp="1"/>
          </p:cNvSpPr>
          <p:nvPr>
            <p:ph type="pic" sz="quarter" idx="13"/>
          </p:nvPr>
        </p:nvSpPr>
        <p:spPr>
          <a:xfrm>
            <a:off x="457200" y="1115931"/>
            <a:ext cx="3951287" cy="2611410"/>
          </a:xfrm>
        </p:spPr>
        <p:txBody>
          <a:bodyPr/>
          <a:lstStyle>
            <a:lvl1pPr>
              <a:buClr>
                <a:srgbClr val="0085CA"/>
              </a:buClr>
              <a:defRPr/>
            </a:lvl1pPr>
          </a:lstStyle>
          <a:p>
            <a:endParaRPr lang="en-US" dirty="0"/>
          </a:p>
        </p:txBody>
      </p:sp>
      <p:sp>
        <p:nvSpPr>
          <p:cNvPr id="6" name="Text Placeholder 12"/>
          <p:cNvSpPr>
            <a:spLocks noGrp="1"/>
          </p:cNvSpPr>
          <p:nvPr>
            <p:ph type="body" sz="quarter" idx="14" hasCustomPrompt="1"/>
          </p:nvPr>
        </p:nvSpPr>
        <p:spPr>
          <a:xfrm>
            <a:off x="457200" y="3945465"/>
            <a:ext cx="3951287" cy="427906"/>
          </a:xfrm>
        </p:spPr>
        <p:txBody>
          <a:bodyPr/>
          <a:lstStyle>
            <a:lvl1pPr marL="0" indent="0">
              <a:buNone/>
              <a:defRPr sz="1000">
                <a:solidFill>
                  <a:srgbClr val="9D9D9D"/>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Click to add caption</a:t>
            </a:r>
            <a:endParaRPr lang="en-US" dirty="0"/>
          </a:p>
        </p:txBody>
      </p:sp>
      <p:sp>
        <p:nvSpPr>
          <p:cNvPr id="7" name="Picture Placeholder 8"/>
          <p:cNvSpPr>
            <a:spLocks noGrp="1"/>
          </p:cNvSpPr>
          <p:nvPr>
            <p:ph type="pic" sz="quarter" idx="15"/>
          </p:nvPr>
        </p:nvSpPr>
        <p:spPr>
          <a:xfrm>
            <a:off x="4735514" y="1115932"/>
            <a:ext cx="3951287" cy="1479401"/>
          </a:xfrm>
        </p:spPr>
        <p:txBody>
          <a:bodyPr/>
          <a:lstStyle>
            <a:lvl1pPr>
              <a:buClr>
                <a:srgbClr val="0085CA"/>
              </a:buClr>
              <a:defRPr/>
            </a:lvl1pPr>
          </a:lstStyle>
          <a:p>
            <a:endParaRPr lang="en-US" dirty="0"/>
          </a:p>
        </p:txBody>
      </p:sp>
      <p:sp>
        <p:nvSpPr>
          <p:cNvPr id="9" name="Picture Placeholder 8"/>
          <p:cNvSpPr>
            <a:spLocks noGrp="1"/>
          </p:cNvSpPr>
          <p:nvPr>
            <p:ph type="pic" sz="quarter" idx="16"/>
          </p:nvPr>
        </p:nvSpPr>
        <p:spPr>
          <a:xfrm>
            <a:off x="4735514" y="2816214"/>
            <a:ext cx="3951287" cy="1557158"/>
          </a:xfrm>
        </p:spPr>
        <p:txBody>
          <a:bodyPr/>
          <a:lstStyle>
            <a:lvl1pPr>
              <a:buClr>
                <a:srgbClr val="0085CA"/>
              </a:buClr>
              <a:defRPr/>
            </a:lvl1pPr>
          </a:lstStyle>
          <a:p>
            <a:endParaRPr lang="en-US" dirty="0"/>
          </a:p>
        </p:txBody>
      </p:sp>
      <p:sp>
        <p:nvSpPr>
          <p:cNvPr id="8" name="Text Placeholder 7"/>
          <p:cNvSpPr>
            <a:spLocks noGrp="1"/>
          </p:cNvSpPr>
          <p:nvPr>
            <p:ph type="body" sz="quarter" idx="10" hasCustomPrompt="1"/>
          </p:nvPr>
        </p:nvSpPr>
        <p:spPr>
          <a:xfrm>
            <a:off x="6553925" y="497144"/>
            <a:ext cx="2132875" cy="234218"/>
          </a:xfrm>
        </p:spPr>
        <p:txBody>
          <a:bodyPr/>
          <a:lstStyle>
            <a:lvl1pPr marL="0" indent="0" algn="r">
              <a:buNone/>
              <a:defRPr sz="1000" b="1">
                <a:solidFill>
                  <a:srgbClr val="003E74"/>
                </a:solidFill>
              </a:defRPr>
            </a:lvl1pPr>
            <a:lvl2pPr marL="457200" indent="0">
              <a:buNone/>
              <a:defRPr sz="1200">
                <a:solidFill>
                  <a:srgbClr val="003E74"/>
                </a:solidFill>
              </a:defRPr>
            </a:lvl2pPr>
            <a:lvl3pPr marL="914400" indent="0">
              <a:buNone/>
              <a:defRPr sz="1200">
                <a:solidFill>
                  <a:srgbClr val="003E74"/>
                </a:solidFill>
              </a:defRPr>
            </a:lvl3pPr>
            <a:lvl4pPr marL="1371600" indent="0">
              <a:buNone/>
              <a:defRPr sz="1200">
                <a:solidFill>
                  <a:srgbClr val="003E74"/>
                </a:solidFill>
              </a:defRPr>
            </a:lvl4pPr>
            <a:lvl5pPr marL="1828800" indent="0">
              <a:buNone/>
              <a:defRPr sz="1200">
                <a:solidFill>
                  <a:srgbClr val="003E74"/>
                </a:solidFill>
              </a:defRPr>
            </a:lvl5pPr>
          </a:lstStyle>
          <a:p>
            <a:pPr lvl="0"/>
            <a:r>
              <a:rPr lang="en-GB" dirty="0"/>
              <a:t>Click to edit presentation title</a:t>
            </a:r>
            <a:endParaRPr lang="en-US" dirty="0"/>
          </a:p>
        </p:txBody>
      </p:sp>
      <p:sp>
        <p:nvSpPr>
          <p:cNvPr id="11" name="Text Placeholder 3"/>
          <p:cNvSpPr>
            <a:spLocks noGrp="1"/>
          </p:cNvSpPr>
          <p:nvPr>
            <p:ph type="body" sz="quarter" idx="12" hasCustomPrompt="1"/>
          </p:nvPr>
        </p:nvSpPr>
        <p:spPr>
          <a:xfrm>
            <a:off x="7239941" y="738262"/>
            <a:ext cx="1446859" cy="192881"/>
          </a:xfrm>
        </p:spPr>
        <p:txBody>
          <a:bodyPr/>
          <a:lstStyle>
            <a:lvl1pPr marL="0" indent="0" algn="r">
              <a:buNone/>
              <a:defRPr sz="1000">
                <a:solidFill>
                  <a:srgbClr val="003E74"/>
                </a:solidFill>
              </a:defRPr>
            </a:lvl1pPr>
          </a:lstStyle>
          <a:p>
            <a:pPr lvl="0"/>
            <a:r>
              <a:rPr lang="en-US" dirty="0"/>
              <a:t>Click to add the date</a:t>
            </a:r>
          </a:p>
        </p:txBody>
      </p:sp>
    </p:spTree>
    <p:extLst>
      <p:ext uri="{BB962C8B-B14F-4D97-AF65-F5344CB8AC3E}">
        <p14:creationId xmlns:p14="http://schemas.microsoft.com/office/powerpoint/2010/main" val="12503418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Text Placeholder 7"/>
          <p:cNvSpPr>
            <a:spLocks noGrp="1"/>
          </p:cNvSpPr>
          <p:nvPr>
            <p:ph type="body" sz="quarter" idx="10" hasCustomPrompt="1"/>
          </p:nvPr>
        </p:nvSpPr>
        <p:spPr>
          <a:xfrm>
            <a:off x="6553925" y="497144"/>
            <a:ext cx="2132875" cy="234218"/>
          </a:xfrm>
        </p:spPr>
        <p:txBody>
          <a:bodyPr/>
          <a:lstStyle>
            <a:lvl1pPr marL="0" indent="0" algn="r">
              <a:buNone/>
              <a:defRPr sz="1000" b="1">
                <a:solidFill>
                  <a:srgbClr val="003E74"/>
                </a:solidFill>
              </a:defRPr>
            </a:lvl1pPr>
            <a:lvl2pPr marL="457200" indent="0">
              <a:buNone/>
              <a:defRPr sz="1200">
                <a:solidFill>
                  <a:srgbClr val="003E74"/>
                </a:solidFill>
              </a:defRPr>
            </a:lvl2pPr>
            <a:lvl3pPr marL="914400" indent="0">
              <a:buNone/>
              <a:defRPr sz="1200">
                <a:solidFill>
                  <a:srgbClr val="003E74"/>
                </a:solidFill>
              </a:defRPr>
            </a:lvl3pPr>
            <a:lvl4pPr marL="1371600" indent="0">
              <a:buNone/>
              <a:defRPr sz="1200">
                <a:solidFill>
                  <a:srgbClr val="003E74"/>
                </a:solidFill>
              </a:defRPr>
            </a:lvl4pPr>
            <a:lvl5pPr marL="1828800" indent="0">
              <a:buNone/>
              <a:defRPr sz="1200">
                <a:solidFill>
                  <a:srgbClr val="003E74"/>
                </a:solidFill>
              </a:defRPr>
            </a:lvl5pPr>
          </a:lstStyle>
          <a:p>
            <a:pPr lvl="0"/>
            <a:r>
              <a:rPr lang="en-GB" dirty="0"/>
              <a:t>Click to edit presentation title</a:t>
            </a:r>
            <a:endParaRPr lang="en-US" dirty="0"/>
          </a:p>
        </p:txBody>
      </p:sp>
      <p:sp>
        <p:nvSpPr>
          <p:cNvPr id="7" name="Text Placeholder 3"/>
          <p:cNvSpPr>
            <a:spLocks noGrp="1"/>
          </p:cNvSpPr>
          <p:nvPr>
            <p:ph type="body" sz="quarter" idx="12" hasCustomPrompt="1"/>
          </p:nvPr>
        </p:nvSpPr>
        <p:spPr>
          <a:xfrm>
            <a:off x="7239941" y="738262"/>
            <a:ext cx="1446859" cy="192881"/>
          </a:xfrm>
        </p:spPr>
        <p:txBody>
          <a:bodyPr/>
          <a:lstStyle>
            <a:lvl1pPr marL="0" indent="0" algn="r">
              <a:buNone/>
              <a:defRPr sz="1000">
                <a:solidFill>
                  <a:srgbClr val="003E74"/>
                </a:solidFill>
              </a:defRPr>
            </a:lvl1pPr>
          </a:lstStyle>
          <a:p>
            <a:pPr lvl="0"/>
            <a:r>
              <a:rPr lang="en-US" dirty="0"/>
              <a:t>Click to add the date</a:t>
            </a:r>
          </a:p>
        </p:txBody>
      </p:sp>
    </p:spTree>
    <p:extLst>
      <p:ext uri="{BB962C8B-B14F-4D97-AF65-F5344CB8AC3E}">
        <p14:creationId xmlns:p14="http://schemas.microsoft.com/office/powerpoint/2010/main" val="4067258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3" descr="College_Powerpoint_Background_16-9.png"/>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0" y="0"/>
            <a:ext cx="9135879" cy="5143500"/>
          </a:xfrm>
          <a:prstGeom prst="rect">
            <a:avLst/>
          </a:prstGeom>
        </p:spPr>
      </p:pic>
      <p:sp>
        <p:nvSpPr>
          <p:cNvPr id="3" name="Text Placeholder 2"/>
          <p:cNvSpPr>
            <a:spLocks noGrp="1"/>
          </p:cNvSpPr>
          <p:nvPr>
            <p:ph type="body" idx="1"/>
          </p:nvPr>
        </p:nvSpPr>
        <p:spPr>
          <a:xfrm>
            <a:off x="457200" y="1759936"/>
            <a:ext cx="8229600" cy="2613435"/>
          </a:xfrm>
          <a:prstGeom prst="rect">
            <a:avLst/>
          </a:prstGeom>
        </p:spPr>
        <p:txBody>
          <a:bodyPr vert="horz" lIns="0" tIns="0" rIns="0" bIns="0" rtlCol="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itle Placeholder 1"/>
          <p:cNvSpPr>
            <a:spLocks noGrp="1"/>
          </p:cNvSpPr>
          <p:nvPr>
            <p:ph type="title"/>
          </p:nvPr>
        </p:nvSpPr>
        <p:spPr>
          <a:xfrm>
            <a:off x="457200" y="1115931"/>
            <a:ext cx="8229600" cy="380667"/>
          </a:xfrm>
          <a:prstGeom prst="rect">
            <a:avLst/>
          </a:prstGeom>
        </p:spPr>
        <p:txBody>
          <a:bodyPr vert="horz" lIns="0" tIns="45720" rIns="0" bIns="0" rtlCol="0" anchor="ctr">
            <a:noAutofit/>
          </a:bodyPr>
          <a:lstStyle/>
          <a:p>
            <a:r>
              <a:rPr lang="en-GB" dirty="0"/>
              <a:t>Click to edit Master title style</a:t>
            </a:r>
            <a:endParaRPr lang="en-US" dirty="0"/>
          </a:p>
        </p:txBody>
      </p:sp>
    </p:spTree>
    <p:extLst>
      <p:ext uri="{BB962C8B-B14F-4D97-AF65-F5344CB8AC3E}">
        <p14:creationId xmlns:p14="http://schemas.microsoft.com/office/powerpoint/2010/main" val="2585372813"/>
      </p:ext>
    </p:extLst>
  </p:cSld>
  <p:clrMap bg1="lt1" tx1="dk1" bg2="lt2" tx2="dk2" accent1="accent1" accent2="accent2" accent3="accent3" accent4="accent4" accent5="accent5" accent6="accent6" hlink="hlink" folHlink="folHlink"/>
  <p:sldLayoutIdLst>
    <p:sldLayoutId id="2147483649" r:id="rId1"/>
    <p:sldLayoutId id="2147483656" r:id="rId2"/>
    <p:sldLayoutId id="2147483650" r:id="rId3"/>
    <p:sldLayoutId id="2147483652" r:id="rId4"/>
    <p:sldLayoutId id="2147483660" r:id="rId5"/>
    <p:sldLayoutId id="2147483657" r:id="rId6"/>
    <p:sldLayoutId id="2147483658" r:id="rId7"/>
    <p:sldLayoutId id="2147483659" r:id="rId8"/>
    <p:sldLayoutId id="2147483655" r:id="rId9"/>
  </p:sldLayoutIdLst>
  <p:hf hdr="0"/>
  <p:txStyles>
    <p:titleStyle>
      <a:lvl1pPr algn="l" defTabSz="457200" rtl="0" eaLnBrk="1" latinLnBrk="0" hangingPunct="1">
        <a:spcBef>
          <a:spcPct val="0"/>
        </a:spcBef>
        <a:buNone/>
        <a:defRPr sz="2400" b="1" kern="1200">
          <a:solidFill>
            <a:srgbClr val="0085CA"/>
          </a:solidFill>
          <a:latin typeface="Arial"/>
          <a:ea typeface="+mj-ea"/>
          <a:cs typeface="Arial"/>
        </a:defRPr>
      </a:lvl1pPr>
    </p:titleStyle>
    <p:bodyStyle>
      <a:lvl1pPr marL="342900" indent="-342900" algn="l" defTabSz="457200" rtl="0" eaLnBrk="1" latinLnBrk="0" hangingPunct="1">
        <a:spcBef>
          <a:spcPct val="20000"/>
        </a:spcBef>
        <a:buClr>
          <a:srgbClr val="0085CA"/>
        </a:buClr>
        <a:buFont typeface="Arial"/>
        <a:buChar char="•"/>
        <a:defRPr sz="1800" kern="1200">
          <a:solidFill>
            <a:schemeClr val="tx1"/>
          </a:solidFill>
          <a:latin typeface="Arial"/>
          <a:ea typeface="+mn-ea"/>
          <a:cs typeface="Arial"/>
        </a:defRPr>
      </a:lvl1pPr>
      <a:lvl2pPr marL="742950" indent="-285750" algn="l" defTabSz="457200" rtl="0" eaLnBrk="1" latinLnBrk="0" hangingPunct="1">
        <a:spcBef>
          <a:spcPct val="20000"/>
        </a:spcBef>
        <a:buClr>
          <a:srgbClr val="0085CA"/>
        </a:buClr>
        <a:buFont typeface="Arial"/>
        <a:buChar char="–"/>
        <a:defRPr sz="1800" kern="1200">
          <a:solidFill>
            <a:schemeClr val="tx1"/>
          </a:solidFill>
          <a:latin typeface="Arial"/>
          <a:ea typeface="+mn-ea"/>
          <a:cs typeface="Arial"/>
        </a:defRPr>
      </a:lvl2pPr>
      <a:lvl3pPr marL="11430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3pPr>
      <a:lvl4pPr marL="16002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4pPr>
      <a:lvl5pPr marL="20574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customXml" Target="../ink/ink6.xml"/><Relationship Id="rId18" Type="http://schemas.openxmlformats.org/officeDocument/2006/relationships/image" Target="../media/image16.png"/><Relationship Id="rId26" Type="http://schemas.openxmlformats.org/officeDocument/2006/relationships/image" Target="../media/image20.png"/><Relationship Id="rId3" Type="http://schemas.openxmlformats.org/officeDocument/2006/relationships/customXml" Target="../ink/ink1.xml"/><Relationship Id="rId21" Type="http://schemas.openxmlformats.org/officeDocument/2006/relationships/customXml" Target="../ink/ink10.xml"/><Relationship Id="rId7" Type="http://schemas.openxmlformats.org/officeDocument/2006/relationships/customXml" Target="../ink/ink3.xml"/><Relationship Id="rId12" Type="http://schemas.openxmlformats.org/officeDocument/2006/relationships/image" Target="../media/image13.png"/><Relationship Id="rId17" Type="http://schemas.openxmlformats.org/officeDocument/2006/relationships/customXml" Target="../ink/ink8.xml"/><Relationship Id="rId25" Type="http://schemas.openxmlformats.org/officeDocument/2006/relationships/customXml" Target="../ink/ink12.xml"/><Relationship Id="rId2" Type="http://schemas.openxmlformats.org/officeDocument/2006/relationships/notesSlide" Target="../notesSlides/notesSlide3.xml"/><Relationship Id="rId16" Type="http://schemas.openxmlformats.org/officeDocument/2006/relationships/image" Target="../media/image15.png"/><Relationship Id="rId20" Type="http://schemas.openxmlformats.org/officeDocument/2006/relationships/image" Target="../media/image17.png"/><Relationship Id="rId1" Type="http://schemas.openxmlformats.org/officeDocument/2006/relationships/slideLayout" Target="../slideLayouts/slideLayout3.xml"/><Relationship Id="rId6" Type="http://schemas.openxmlformats.org/officeDocument/2006/relationships/image" Target="../media/image10.png"/><Relationship Id="rId11" Type="http://schemas.openxmlformats.org/officeDocument/2006/relationships/customXml" Target="../ink/ink5.xml"/><Relationship Id="rId24" Type="http://schemas.openxmlformats.org/officeDocument/2006/relationships/image" Target="../media/image19.png"/><Relationship Id="rId5" Type="http://schemas.openxmlformats.org/officeDocument/2006/relationships/customXml" Target="../ink/ink2.xml"/><Relationship Id="rId15" Type="http://schemas.openxmlformats.org/officeDocument/2006/relationships/customXml" Target="../ink/ink7.xml"/><Relationship Id="rId23" Type="http://schemas.openxmlformats.org/officeDocument/2006/relationships/customXml" Target="../ink/ink11.xml"/><Relationship Id="rId10" Type="http://schemas.openxmlformats.org/officeDocument/2006/relationships/image" Target="../media/image12.png"/><Relationship Id="rId19" Type="http://schemas.openxmlformats.org/officeDocument/2006/relationships/customXml" Target="../ink/ink9.xml"/><Relationship Id="rId4" Type="http://schemas.openxmlformats.org/officeDocument/2006/relationships/image" Target="../media/image9.png"/><Relationship Id="rId9" Type="http://schemas.openxmlformats.org/officeDocument/2006/relationships/customXml" Target="../ink/ink4.xml"/><Relationship Id="rId14" Type="http://schemas.openxmlformats.org/officeDocument/2006/relationships/image" Target="../media/image14.png"/><Relationship Id="rId22" Type="http://schemas.openxmlformats.org/officeDocument/2006/relationships/image" Target="../media/image18.png"/><Relationship Id="rId27" Type="http://schemas.openxmlformats.org/officeDocument/2006/relationships/image" Target="../media/image2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457200" y="3082581"/>
            <a:ext cx="8229600" cy="718386"/>
          </a:xfrm>
        </p:spPr>
        <p:txBody>
          <a:bodyPr/>
          <a:lstStyle/>
          <a:p>
            <a:r>
              <a:rPr lang="en-US" dirty="0"/>
              <a:t>Live Q&amp;A – 19</a:t>
            </a:r>
            <a:r>
              <a:rPr lang="en-US" baseline="30000" dirty="0"/>
              <a:t>th</a:t>
            </a:r>
            <a:r>
              <a:rPr lang="en-US" dirty="0"/>
              <a:t> February 2026</a:t>
            </a:r>
          </a:p>
        </p:txBody>
      </p:sp>
      <p:sp>
        <p:nvSpPr>
          <p:cNvPr id="3" name="Title 2"/>
          <p:cNvSpPr>
            <a:spLocks noGrp="1"/>
          </p:cNvSpPr>
          <p:nvPr>
            <p:ph type="title"/>
          </p:nvPr>
        </p:nvSpPr>
        <p:spPr>
          <a:xfrm>
            <a:off x="457200" y="1159487"/>
            <a:ext cx="8229600" cy="1615001"/>
          </a:xfrm>
        </p:spPr>
        <p:txBody>
          <a:bodyPr/>
          <a:lstStyle/>
          <a:p>
            <a:r>
              <a:rPr lang="en-GB" dirty="0"/>
              <a:t>Multivariate Data</a:t>
            </a:r>
            <a:endParaRPr lang="en-US" dirty="0"/>
          </a:p>
        </p:txBody>
      </p:sp>
      <p:sp>
        <p:nvSpPr>
          <p:cNvPr id="4" name="Text Placeholder 3"/>
          <p:cNvSpPr>
            <a:spLocks noGrp="1"/>
          </p:cNvSpPr>
          <p:nvPr>
            <p:ph type="body" sz="quarter" idx="11"/>
          </p:nvPr>
        </p:nvSpPr>
        <p:spPr/>
        <p:txBody>
          <a:bodyPr/>
          <a:lstStyle/>
          <a:p>
            <a:r>
              <a:rPr lang="en-US" dirty="0"/>
              <a:t>Niall Adams</a:t>
            </a:r>
          </a:p>
        </p:txBody>
      </p:sp>
      <p:sp>
        <p:nvSpPr>
          <p:cNvPr id="12" name="Text Placeholder 5">
            <a:extLst>
              <a:ext uri="{FF2B5EF4-FFF2-40B4-BE49-F238E27FC236}">
                <a16:creationId xmlns:a16="http://schemas.microsoft.com/office/drawing/2014/main" id="{C5968F9C-7F5E-40C2-8D88-9D11D7D560EF}"/>
              </a:ext>
            </a:extLst>
          </p:cNvPr>
          <p:cNvSpPr>
            <a:spLocks noGrp="1"/>
          </p:cNvSpPr>
          <p:nvPr>
            <p:ph type="body" sz="quarter" idx="10"/>
          </p:nvPr>
        </p:nvSpPr>
        <p:spPr>
          <a:xfrm>
            <a:off x="6175165" y="497144"/>
            <a:ext cx="2511635" cy="222067"/>
          </a:xfrm>
        </p:spPr>
        <p:txBody>
          <a:bodyPr/>
          <a:lstStyle/>
          <a:p>
            <a:r>
              <a:rPr lang="en-US" dirty="0"/>
              <a:t>MSc Machine Learning &amp; Data Science</a:t>
            </a:r>
          </a:p>
          <a:p>
            <a:endParaRPr lang="en-US" dirty="0"/>
          </a:p>
        </p:txBody>
      </p:sp>
      <p:sp>
        <p:nvSpPr>
          <p:cNvPr id="13" name="Text Placeholder 4">
            <a:extLst>
              <a:ext uri="{FF2B5EF4-FFF2-40B4-BE49-F238E27FC236}">
                <a16:creationId xmlns:a16="http://schemas.microsoft.com/office/drawing/2014/main" id="{2F7F4247-E1BB-439A-BD01-D87BBB324AF0}"/>
              </a:ext>
            </a:extLst>
          </p:cNvPr>
          <p:cNvSpPr txBox="1">
            <a:spLocks/>
          </p:cNvSpPr>
          <p:nvPr/>
        </p:nvSpPr>
        <p:spPr>
          <a:xfrm>
            <a:off x="6046471" y="738262"/>
            <a:ext cx="2640330" cy="192881"/>
          </a:xfrm>
          <a:prstGeom prst="rect">
            <a:avLst/>
          </a:prstGeom>
        </p:spPr>
        <p:txBody>
          <a:bodyPr vert="horz" lIns="0" tIns="0" rIns="0" bIns="0" rtlCol="0">
            <a:noAutofit/>
          </a:bodyPr>
          <a:lstStyle>
            <a:lvl1pPr marL="342900" indent="-342900" algn="l" defTabSz="457200" rtl="0" eaLnBrk="1" latinLnBrk="0" hangingPunct="1">
              <a:spcBef>
                <a:spcPct val="20000"/>
              </a:spcBef>
              <a:buClr>
                <a:srgbClr val="0085CA"/>
              </a:buClr>
              <a:buFont typeface="Arial"/>
              <a:buChar char="•"/>
              <a:defRPr sz="1800" kern="1200">
                <a:solidFill>
                  <a:schemeClr val="tx1"/>
                </a:solidFill>
                <a:latin typeface="Arial"/>
                <a:ea typeface="+mn-ea"/>
                <a:cs typeface="Arial"/>
              </a:defRPr>
            </a:lvl1pPr>
            <a:lvl2pPr marL="742950" indent="-285750" algn="l" defTabSz="457200" rtl="0" eaLnBrk="1" latinLnBrk="0" hangingPunct="1">
              <a:spcBef>
                <a:spcPct val="20000"/>
              </a:spcBef>
              <a:buClr>
                <a:srgbClr val="0085CA"/>
              </a:buClr>
              <a:buFont typeface="Arial"/>
              <a:buChar char="–"/>
              <a:defRPr sz="1800" kern="1200">
                <a:solidFill>
                  <a:schemeClr val="tx1"/>
                </a:solidFill>
                <a:latin typeface="Arial"/>
                <a:ea typeface="+mn-ea"/>
                <a:cs typeface="Arial"/>
              </a:defRPr>
            </a:lvl2pPr>
            <a:lvl3pPr marL="11430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3pPr>
            <a:lvl4pPr marL="16002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4pPr>
            <a:lvl5pPr marL="20574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r">
              <a:buNone/>
            </a:pPr>
            <a:r>
              <a:rPr lang="en-GB" sz="1000" dirty="0">
                <a:solidFill>
                  <a:schemeClr val="tx2"/>
                </a:solidFill>
              </a:rPr>
              <a:t>Exploratory Data Analysis &amp; Visualisation</a:t>
            </a:r>
          </a:p>
        </p:txBody>
      </p:sp>
    </p:spTree>
    <p:extLst>
      <p:ext uri="{BB962C8B-B14F-4D97-AF65-F5344CB8AC3E}">
        <p14:creationId xmlns:p14="http://schemas.microsoft.com/office/powerpoint/2010/main" val="29008389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15931"/>
            <a:ext cx="8229600" cy="380667"/>
          </a:xfrm>
        </p:spPr>
        <p:txBody>
          <a:bodyPr/>
          <a:lstStyle/>
          <a:p>
            <a:r>
              <a:rPr lang="en-US" dirty="0"/>
              <a:t>Overview</a:t>
            </a:r>
          </a:p>
        </p:txBody>
      </p:sp>
      <p:sp>
        <p:nvSpPr>
          <p:cNvPr id="3" name="Content Placeholder 2"/>
          <p:cNvSpPr>
            <a:spLocks noGrp="1"/>
          </p:cNvSpPr>
          <p:nvPr>
            <p:ph idx="1"/>
          </p:nvPr>
        </p:nvSpPr>
        <p:spPr/>
        <p:txBody>
          <a:bodyPr/>
          <a:lstStyle/>
          <a:p>
            <a:r>
              <a:rPr lang="en-US" dirty="0"/>
              <a:t>MV time series</a:t>
            </a:r>
          </a:p>
          <a:p>
            <a:endParaRPr lang="en-US" dirty="0"/>
          </a:p>
          <a:p>
            <a:r>
              <a:rPr lang="en-US" dirty="0"/>
              <a:t>Diagnosing confounding variables</a:t>
            </a:r>
          </a:p>
          <a:p>
            <a:endParaRPr lang="en-US" dirty="0"/>
          </a:p>
          <a:p>
            <a:pPr marL="0" indent="0">
              <a:buNone/>
            </a:pPr>
            <a:endParaRPr lang="en-US" dirty="0"/>
          </a:p>
          <a:p>
            <a:endParaRPr lang="en-US" dirty="0"/>
          </a:p>
        </p:txBody>
      </p:sp>
      <p:sp>
        <p:nvSpPr>
          <p:cNvPr id="10" name="Text Placeholder 5">
            <a:extLst>
              <a:ext uri="{FF2B5EF4-FFF2-40B4-BE49-F238E27FC236}">
                <a16:creationId xmlns:a16="http://schemas.microsoft.com/office/drawing/2014/main" id="{AEBB50E7-BF05-4BED-BC8F-9DD7F51ECB0B}"/>
              </a:ext>
            </a:extLst>
          </p:cNvPr>
          <p:cNvSpPr>
            <a:spLocks noGrp="1"/>
          </p:cNvSpPr>
          <p:nvPr>
            <p:ph type="body" sz="quarter" idx="10"/>
          </p:nvPr>
        </p:nvSpPr>
        <p:spPr>
          <a:xfrm>
            <a:off x="6175165" y="497144"/>
            <a:ext cx="2511635" cy="222067"/>
          </a:xfrm>
        </p:spPr>
        <p:txBody>
          <a:bodyPr/>
          <a:lstStyle/>
          <a:p>
            <a:r>
              <a:rPr lang="en-US" dirty="0"/>
              <a:t>MSc Machine Learning &amp; Data Science</a:t>
            </a:r>
          </a:p>
          <a:p>
            <a:endParaRPr lang="en-US" dirty="0"/>
          </a:p>
        </p:txBody>
      </p:sp>
      <p:sp>
        <p:nvSpPr>
          <p:cNvPr id="6" name="Text Placeholder 4">
            <a:extLst>
              <a:ext uri="{FF2B5EF4-FFF2-40B4-BE49-F238E27FC236}">
                <a16:creationId xmlns:a16="http://schemas.microsoft.com/office/drawing/2014/main" id="{205080D8-014C-47DF-AA0F-E93CEFC06CA0}"/>
              </a:ext>
            </a:extLst>
          </p:cNvPr>
          <p:cNvSpPr txBox="1">
            <a:spLocks/>
          </p:cNvSpPr>
          <p:nvPr/>
        </p:nvSpPr>
        <p:spPr>
          <a:xfrm>
            <a:off x="6046471" y="738262"/>
            <a:ext cx="2640330" cy="192881"/>
          </a:xfrm>
          <a:prstGeom prst="rect">
            <a:avLst/>
          </a:prstGeom>
        </p:spPr>
        <p:txBody>
          <a:bodyPr vert="horz" lIns="0" tIns="0" rIns="0" bIns="0" rtlCol="0">
            <a:noAutofit/>
          </a:bodyPr>
          <a:lstStyle>
            <a:lvl1pPr marL="342900" indent="-342900" algn="l" defTabSz="457200" rtl="0" eaLnBrk="1" latinLnBrk="0" hangingPunct="1">
              <a:spcBef>
                <a:spcPct val="20000"/>
              </a:spcBef>
              <a:buClr>
                <a:srgbClr val="0085CA"/>
              </a:buClr>
              <a:buFont typeface="Arial"/>
              <a:buChar char="•"/>
              <a:defRPr sz="1800" kern="1200">
                <a:solidFill>
                  <a:schemeClr val="tx1"/>
                </a:solidFill>
                <a:latin typeface="Arial"/>
                <a:ea typeface="+mn-ea"/>
                <a:cs typeface="Arial"/>
              </a:defRPr>
            </a:lvl1pPr>
            <a:lvl2pPr marL="742950" indent="-285750" algn="l" defTabSz="457200" rtl="0" eaLnBrk="1" latinLnBrk="0" hangingPunct="1">
              <a:spcBef>
                <a:spcPct val="20000"/>
              </a:spcBef>
              <a:buClr>
                <a:srgbClr val="0085CA"/>
              </a:buClr>
              <a:buFont typeface="Arial"/>
              <a:buChar char="–"/>
              <a:defRPr sz="1800" kern="1200">
                <a:solidFill>
                  <a:schemeClr val="tx1"/>
                </a:solidFill>
                <a:latin typeface="Arial"/>
                <a:ea typeface="+mn-ea"/>
                <a:cs typeface="Arial"/>
              </a:defRPr>
            </a:lvl2pPr>
            <a:lvl3pPr marL="11430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3pPr>
            <a:lvl4pPr marL="16002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4pPr>
            <a:lvl5pPr marL="20574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r">
              <a:buNone/>
            </a:pPr>
            <a:r>
              <a:rPr lang="en-GB" sz="1000" dirty="0">
                <a:solidFill>
                  <a:schemeClr val="tx2"/>
                </a:solidFill>
              </a:rPr>
              <a:t>Exploratory Data Analysis &amp; Visualisation</a:t>
            </a:r>
          </a:p>
        </p:txBody>
      </p:sp>
    </p:spTree>
    <p:extLst>
      <p:ext uri="{BB962C8B-B14F-4D97-AF65-F5344CB8AC3E}">
        <p14:creationId xmlns:p14="http://schemas.microsoft.com/office/powerpoint/2010/main" val="4823698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15931"/>
            <a:ext cx="8229600" cy="380667"/>
          </a:xfrm>
        </p:spPr>
        <p:txBody>
          <a:bodyPr/>
          <a:lstStyle/>
          <a:p>
            <a:r>
              <a:rPr lang="en-US" dirty="0"/>
              <a:t>Diagnosing Confounders</a:t>
            </a:r>
          </a:p>
        </p:txBody>
      </p:sp>
      <p:sp>
        <p:nvSpPr>
          <p:cNvPr id="3" name="Content Placeholder 2"/>
          <p:cNvSpPr>
            <a:spLocks noGrp="1"/>
          </p:cNvSpPr>
          <p:nvPr>
            <p:ph idx="1"/>
          </p:nvPr>
        </p:nvSpPr>
        <p:spPr/>
        <p:txBody>
          <a:bodyPr/>
          <a:lstStyle/>
          <a:p>
            <a:endParaRPr lang="en-GB" b="0" i="1" dirty="0">
              <a:latin typeface="Cambria Math" panose="02040503050406030204" pitchFamily="18" charset="0"/>
            </a:endParaRPr>
          </a:p>
          <a:p>
            <a:endParaRPr lang="en-GB" i="1" dirty="0">
              <a:latin typeface="Cambria Math" panose="02040503050406030204" pitchFamily="18" charset="0"/>
            </a:endParaRPr>
          </a:p>
          <a:p>
            <a:endParaRPr lang="en-GB" b="0" i="1" dirty="0">
              <a:latin typeface="Cambria Math" panose="02040503050406030204" pitchFamily="18" charset="0"/>
            </a:endParaRPr>
          </a:p>
          <a:p>
            <a:endParaRPr lang="en-GB" b="0" i="1" dirty="0">
              <a:latin typeface="Cambria Math" panose="02040503050406030204" pitchFamily="18" charset="0"/>
            </a:endParaRPr>
          </a:p>
          <a:p>
            <a:endParaRPr lang="en-GB" i="1" dirty="0">
              <a:latin typeface="Cambria Math" panose="02040503050406030204" pitchFamily="18" charset="0"/>
            </a:endParaRPr>
          </a:p>
          <a:p>
            <a:endParaRPr lang="en-US" dirty="0"/>
          </a:p>
          <a:p>
            <a:endParaRPr lang="en-US" dirty="0"/>
          </a:p>
        </p:txBody>
      </p:sp>
      <p:sp>
        <p:nvSpPr>
          <p:cNvPr id="10" name="Text Placeholder 5">
            <a:extLst>
              <a:ext uri="{FF2B5EF4-FFF2-40B4-BE49-F238E27FC236}">
                <a16:creationId xmlns:a16="http://schemas.microsoft.com/office/drawing/2014/main" id="{AEBB50E7-BF05-4BED-BC8F-9DD7F51ECB0B}"/>
              </a:ext>
            </a:extLst>
          </p:cNvPr>
          <p:cNvSpPr>
            <a:spLocks noGrp="1"/>
          </p:cNvSpPr>
          <p:nvPr>
            <p:ph type="body" sz="quarter" idx="10"/>
          </p:nvPr>
        </p:nvSpPr>
        <p:spPr>
          <a:xfrm>
            <a:off x="6175165" y="497144"/>
            <a:ext cx="2511635" cy="222067"/>
          </a:xfrm>
        </p:spPr>
        <p:txBody>
          <a:bodyPr/>
          <a:lstStyle/>
          <a:p>
            <a:r>
              <a:rPr lang="en-US" dirty="0"/>
              <a:t>MSc Machine Learning &amp; Data Science</a:t>
            </a:r>
          </a:p>
          <a:p>
            <a:endParaRPr lang="en-US" dirty="0"/>
          </a:p>
        </p:txBody>
      </p:sp>
      <p:sp>
        <p:nvSpPr>
          <p:cNvPr id="6" name="Text Placeholder 4">
            <a:extLst>
              <a:ext uri="{FF2B5EF4-FFF2-40B4-BE49-F238E27FC236}">
                <a16:creationId xmlns:a16="http://schemas.microsoft.com/office/drawing/2014/main" id="{E524489C-7A2D-4155-9005-02F6D805066C}"/>
              </a:ext>
            </a:extLst>
          </p:cNvPr>
          <p:cNvSpPr txBox="1">
            <a:spLocks/>
          </p:cNvSpPr>
          <p:nvPr/>
        </p:nvSpPr>
        <p:spPr>
          <a:xfrm>
            <a:off x="6046471" y="738262"/>
            <a:ext cx="2640330" cy="192881"/>
          </a:xfrm>
          <a:prstGeom prst="rect">
            <a:avLst/>
          </a:prstGeom>
        </p:spPr>
        <p:txBody>
          <a:bodyPr vert="horz" lIns="0" tIns="0" rIns="0" bIns="0" rtlCol="0">
            <a:noAutofit/>
          </a:bodyPr>
          <a:lstStyle>
            <a:lvl1pPr marL="342900" indent="-342900" algn="l" defTabSz="457200" rtl="0" eaLnBrk="1" latinLnBrk="0" hangingPunct="1">
              <a:spcBef>
                <a:spcPct val="20000"/>
              </a:spcBef>
              <a:buClr>
                <a:srgbClr val="0085CA"/>
              </a:buClr>
              <a:buFont typeface="Arial"/>
              <a:buChar char="•"/>
              <a:defRPr sz="1800" kern="1200">
                <a:solidFill>
                  <a:schemeClr val="tx1"/>
                </a:solidFill>
                <a:latin typeface="Arial"/>
                <a:ea typeface="+mn-ea"/>
                <a:cs typeface="Arial"/>
              </a:defRPr>
            </a:lvl1pPr>
            <a:lvl2pPr marL="742950" indent="-285750" algn="l" defTabSz="457200" rtl="0" eaLnBrk="1" latinLnBrk="0" hangingPunct="1">
              <a:spcBef>
                <a:spcPct val="20000"/>
              </a:spcBef>
              <a:buClr>
                <a:srgbClr val="0085CA"/>
              </a:buClr>
              <a:buFont typeface="Arial"/>
              <a:buChar char="–"/>
              <a:defRPr sz="1800" kern="1200">
                <a:solidFill>
                  <a:schemeClr val="tx1"/>
                </a:solidFill>
                <a:latin typeface="Arial"/>
                <a:ea typeface="+mn-ea"/>
                <a:cs typeface="Arial"/>
              </a:defRPr>
            </a:lvl2pPr>
            <a:lvl3pPr marL="11430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3pPr>
            <a:lvl4pPr marL="16002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4pPr>
            <a:lvl5pPr marL="20574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r">
              <a:buNone/>
            </a:pPr>
            <a:r>
              <a:rPr lang="en-GB" sz="1000" dirty="0">
                <a:solidFill>
                  <a:schemeClr val="tx2"/>
                </a:solidFill>
              </a:rPr>
              <a:t>Exploratory Data Analysis &amp; Visualisation</a:t>
            </a:r>
          </a:p>
        </p:txBody>
      </p:sp>
      <p:grpSp>
        <p:nvGrpSpPr>
          <p:cNvPr id="32" name="Group 31">
            <a:extLst>
              <a:ext uri="{FF2B5EF4-FFF2-40B4-BE49-F238E27FC236}">
                <a16:creationId xmlns:a16="http://schemas.microsoft.com/office/drawing/2014/main" id="{619F15EA-C780-4947-8F46-813561213C1A}"/>
              </a:ext>
            </a:extLst>
          </p:cNvPr>
          <p:cNvGrpSpPr/>
          <p:nvPr/>
        </p:nvGrpSpPr>
        <p:grpSpPr>
          <a:xfrm>
            <a:off x="2463207" y="2568183"/>
            <a:ext cx="442914" cy="464336"/>
            <a:chOff x="2614612" y="2364590"/>
            <a:chExt cx="442914" cy="464336"/>
          </a:xfrm>
        </p:grpSpPr>
        <p:sp>
          <p:nvSpPr>
            <p:cNvPr id="15" name="Oval 14">
              <a:extLst>
                <a:ext uri="{FF2B5EF4-FFF2-40B4-BE49-F238E27FC236}">
                  <a16:creationId xmlns:a16="http://schemas.microsoft.com/office/drawing/2014/main" id="{5D6661C3-DAF0-41A5-ABD2-51F6ED248B2C}"/>
                </a:ext>
              </a:extLst>
            </p:cNvPr>
            <p:cNvSpPr/>
            <p:nvPr/>
          </p:nvSpPr>
          <p:spPr>
            <a:xfrm>
              <a:off x="2614612" y="2364590"/>
              <a:ext cx="442914" cy="464336"/>
            </a:xfrm>
            <a:prstGeom prst="ellipse">
              <a:avLst/>
            </a:prstGeom>
            <a:ln/>
          </p:spPr>
          <p:style>
            <a:lnRef idx="2">
              <a:schemeClr val="accent2"/>
            </a:lnRef>
            <a:fillRef idx="1">
              <a:schemeClr val="lt1"/>
            </a:fillRef>
            <a:effectRef idx="0">
              <a:schemeClr val="accent2"/>
            </a:effectRef>
            <a:fontRef idx="minor">
              <a:schemeClr val="dk1"/>
            </a:fontRef>
          </p:style>
          <p:txBody>
            <a:bodyPr rtlCol="0" anchor="ctr"/>
            <a:lstStyle/>
            <a:p>
              <a:pPr algn="ctr"/>
              <a:endParaRPr lang="en-GB"/>
            </a:p>
          </p:txBody>
        </p:sp>
        <p:grpSp>
          <p:nvGrpSpPr>
            <p:cNvPr id="22" name="Group 21">
              <a:extLst>
                <a:ext uri="{FF2B5EF4-FFF2-40B4-BE49-F238E27FC236}">
                  <a16:creationId xmlns:a16="http://schemas.microsoft.com/office/drawing/2014/main" id="{0FA5CAFF-D00E-428D-B3A2-158417549925}"/>
                </a:ext>
              </a:extLst>
            </p:cNvPr>
            <p:cNvGrpSpPr/>
            <p:nvPr/>
          </p:nvGrpSpPr>
          <p:grpSpPr>
            <a:xfrm>
              <a:off x="2770391" y="2463356"/>
              <a:ext cx="169200" cy="288000"/>
              <a:chOff x="2770391" y="2463356"/>
              <a:chExt cx="169200" cy="288000"/>
            </a:xfrm>
          </p:grpSpPr>
          <mc:AlternateContent xmlns:mc="http://schemas.openxmlformats.org/markup-compatibility/2006" xmlns:p14="http://schemas.microsoft.com/office/powerpoint/2010/main">
            <mc:Choice Requires="p14">
              <p:contentPart p14:bwMode="auto" r:id="rId3">
                <p14:nvContentPartPr>
                  <p14:cNvPr id="20" name="Ink 19">
                    <a:extLst>
                      <a:ext uri="{FF2B5EF4-FFF2-40B4-BE49-F238E27FC236}">
                        <a16:creationId xmlns:a16="http://schemas.microsoft.com/office/drawing/2014/main" id="{2EA80262-CA72-4C49-B7B8-394341C2785D}"/>
                      </a:ext>
                    </a:extLst>
                  </p14:cNvPr>
                  <p14:cNvContentPartPr/>
                  <p14:nvPr/>
                </p14:nvContentPartPr>
                <p14:xfrm>
                  <a:off x="2770391" y="2495396"/>
                  <a:ext cx="92880" cy="133560"/>
                </p14:xfrm>
              </p:contentPart>
            </mc:Choice>
            <mc:Fallback xmlns="">
              <p:pic>
                <p:nvPicPr>
                  <p:cNvPr id="20" name="Ink 19">
                    <a:extLst>
                      <a:ext uri="{FF2B5EF4-FFF2-40B4-BE49-F238E27FC236}">
                        <a16:creationId xmlns:a16="http://schemas.microsoft.com/office/drawing/2014/main" id="{2EA80262-CA72-4C49-B7B8-394341C2785D}"/>
                      </a:ext>
                    </a:extLst>
                  </p:cNvPr>
                  <p:cNvPicPr/>
                  <p:nvPr/>
                </p:nvPicPr>
                <p:blipFill>
                  <a:blip r:embed="rId4"/>
                  <a:stretch>
                    <a:fillRect/>
                  </a:stretch>
                </p:blipFill>
                <p:spPr>
                  <a:xfrm>
                    <a:off x="2761391" y="2486396"/>
                    <a:ext cx="11052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1" name="Ink 20">
                    <a:extLst>
                      <a:ext uri="{FF2B5EF4-FFF2-40B4-BE49-F238E27FC236}">
                        <a16:creationId xmlns:a16="http://schemas.microsoft.com/office/drawing/2014/main" id="{FA0ACF68-3AD9-49D2-82C9-B9F8634F8D0C}"/>
                      </a:ext>
                    </a:extLst>
                  </p14:cNvPr>
                  <p14:cNvContentPartPr/>
                  <p14:nvPr/>
                </p14:nvContentPartPr>
                <p14:xfrm>
                  <a:off x="2810711" y="2463356"/>
                  <a:ext cx="128880" cy="288000"/>
                </p14:xfrm>
              </p:contentPart>
            </mc:Choice>
            <mc:Fallback xmlns="">
              <p:pic>
                <p:nvPicPr>
                  <p:cNvPr id="21" name="Ink 20">
                    <a:extLst>
                      <a:ext uri="{FF2B5EF4-FFF2-40B4-BE49-F238E27FC236}">
                        <a16:creationId xmlns:a16="http://schemas.microsoft.com/office/drawing/2014/main" id="{FA0ACF68-3AD9-49D2-82C9-B9F8634F8D0C}"/>
                      </a:ext>
                    </a:extLst>
                  </p:cNvPr>
                  <p:cNvPicPr/>
                  <p:nvPr/>
                </p:nvPicPr>
                <p:blipFill>
                  <a:blip r:embed="rId6"/>
                  <a:stretch>
                    <a:fillRect/>
                  </a:stretch>
                </p:blipFill>
                <p:spPr>
                  <a:xfrm>
                    <a:off x="2802071" y="2454716"/>
                    <a:ext cx="146520" cy="305640"/>
                  </a:xfrm>
                  <a:prstGeom prst="rect">
                    <a:avLst/>
                  </a:prstGeom>
                </p:spPr>
              </p:pic>
            </mc:Fallback>
          </mc:AlternateContent>
        </p:grpSp>
      </p:grpSp>
      <p:grpSp>
        <p:nvGrpSpPr>
          <p:cNvPr id="44" name="Group 43">
            <a:extLst>
              <a:ext uri="{FF2B5EF4-FFF2-40B4-BE49-F238E27FC236}">
                <a16:creationId xmlns:a16="http://schemas.microsoft.com/office/drawing/2014/main" id="{18F25C07-7B49-44E4-A94E-6729C51A0DED}"/>
              </a:ext>
            </a:extLst>
          </p:cNvPr>
          <p:cNvGrpSpPr/>
          <p:nvPr/>
        </p:nvGrpSpPr>
        <p:grpSpPr>
          <a:xfrm>
            <a:off x="1446608" y="2571750"/>
            <a:ext cx="442914" cy="464336"/>
            <a:chOff x="1275159" y="2378877"/>
            <a:chExt cx="442914" cy="464336"/>
          </a:xfrm>
        </p:grpSpPr>
        <p:sp>
          <p:nvSpPr>
            <p:cNvPr id="16" name="Oval 15">
              <a:extLst>
                <a:ext uri="{FF2B5EF4-FFF2-40B4-BE49-F238E27FC236}">
                  <a16:creationId xmlns:a16="http://schemas.microsoft.com/office/drawing/2014/main" id="{833C04B6-08BB-4059-8D5A-FFB41B03C9AA}"/>
                </a:ext>
              </a:extLst>
            </p:cNvPr>
            <p:cNvSpPr/>
            <p:nvPr/>
          </p:nvSpPr>
          <p:spPr>
            <a:xfrm>
              <a:off x="1275159" y="2378877"/>
              <a:ext cx="442914" cy="464336"/>
            </a:xfrm>
            <a:prstGeom prst="ellipse">
              <a:avLst/>
            </a:prstGeom>
            <a:ln/>
          </p:spPr>
          <p:style>
            <a:lnRef idx="2">
              <a:schemeClr val="accent2"/>
            </a:lnRef>
            <a:fillRef idx="1">
              <a:schemeClr val="lt1"/>
            </a:fillRef>
            <a:effectRef idx="0">
              <a:schemeClr val="accent2"/>
            </a:effectRef>
            <a:fontRef idx="minor">
              <a:schemeClr val="dk1"/>
            </a:fontRef>
          </p:style>
          <p:txBody>
            <a:bodyPr rtlCol="0" anchor="ctr"/>
            <a:lstStyle/>
            <a:p>
              <a:pPr algn="ctr"/>
              <a:endParaRPr lang="en-GB"/>
            </a:p>
          </p:txBody>
        </p:sp>
        <p:grpSp>
          <p:nvGrpSpPr>
            <p:cNvPr id="36" name="Group 35">
              <a:extLst>
                <a:ext uri="{FF2B5EF4-FFF2-40B4-BE49-F238E27FC236}">
                  <a16:creationId xmlns:a16="http://schemas.microsoft.com/office/drawing/2014/main" id="{A2F95DB0-4683-4CCD-BF45-9F9C5E0F0038}"/>
                </a:ext>
              </a:extLst>
            </p:cNvPr>
            <p:cNvGrpSpPr/>
            <p:nvPr/>
          </p:nvGrpSpPr>
          <p:grpSpPr>
            <a:xfrm>
              <a:off x="1397711" y="2491796"/>
              <a:ext cx="179640" cy="239760"/>
              <a:chOff x="1397711" y="2491796"/>
              <a:chExt cx="179640" cy="239760"/>
            </a:xfrm>
          </p:grpSpPr>
          <mc:AlternateContent xmlns:mc="http://schemas.openxmlformats.org/markup-compatibility/2006" xmlns:p14="http://schemas.microsoft.com/office/powerpoint/2010/main">
            <mc:Choice Requires="p14">
              <p:contentPart p14:bwMode="auto" r:id="rId7">
                <p14:nvContentPartPr>
                  <p14:cNvPr id="33" name="Ink 32">
                    <a:extLst>
                      <a:ext uri="{FF2B5EF4-FFF2-40B4-BE49-F238E27FC236}">
                        <a16:creationId xmlns:a16="http://schemas.microsoft.com/office/drawing/2014/main" id="{9DC66D70-8BA6-4B2E-B01A-10DEF570B59C}"/>
                      </a:ext>
                    </a:extLst>
                  </p14:cNvPr>
                  <p14:cNvContentPartPr/>
                  <p14:nvPr/>
                </p14:nvContentPartPr>
                <p14:xfrm>
                  <a:off x="1426151" y="2505476"/>
                  <a:ext cx="92880" cy="179640"/>
                </p14:xfrm>
              </p:contentPart>
            </mc:Choice>
            <mc:Fallback xmlns="">
              <p:pic>
                <p:nvPicPr>
                  <p:cNvPr id="33" name="Ink 32">
                    <a:extLst>
                      <a:ext uri="{FF2B5EF4-FFF2-40B4-BE49-F238E27FC236}">
                        <a16:creationId xmlns:a16="http://schemas.microsoft.com/office/drawing/2014/main" id="{9DC66D70-8BA6-4B2E-B01A-10DEF570B59C}"/>
                      </a:ext>
                    </a:extLst>
                  </p:cNvPr>
                  <p:cNvPicPr/>
                  <p:nvPr/>
                </p:nvPicPr>
                <p:blipFill>
                  <a:blip r:embed="rId8"/>
                  <a:stretch>
                    <a:fillRect/>
                  </a:stretch>
                </p:blipFill>
                <p:spPr>
                  <a:xfrm>
                    <a:off x="1417511" y="2496476"/>
                    <a:ext cx="11052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4" name="Ink 33">
                    <a:extLst>
                      <a:ext uri="{FF2B5EF4-FFF2-40B4-BE49-F238E27FC236}">
                        <a16:creationId xmlns:a16="http://schemas.microsoft.com/office/drawing/2014/main" id="{12F190E4-6930-4B84-8862-A56C0F0A6054}"/>
                      </a:ext>
                    </a:extLst>
                  </p14:cNvPr>
                  <p14:cNvContentPartPr/>
                  <p14:nvPr/>
                </p14:nvContentPartPr>
                <p14:xfrm>
                  <a:off x="1397711" y="2491796"/>
                  <a:ext cx="143640" cy="213480"/>
                </p14:xfrm>
              </p:contentPart>
            </mc:Choice>
            <mc:Fallback xmlns="">
              <p:pic>
                <p:nvPicPr>
                  <p:cNvPr id="34" name="Ink 33">
                    <a:extLst>
                      <a:ext uri="{FF2B5EF4-FFF2-40B4-BE49-F238E27FC236}">
                        <a16:creationId xmlns:a16="http://schemas.microsoft.com/office/drawing/2014/main" id="{12F190E4-6930-4B84-8862-A56C0F0A6054}"/>
                      </a:ext>
                    </a:extLst>
                  </p:cNvPr>
                  <p:cNvPicPr/>
                  <p:nvPr/>
                </p:nvPicPr>
                <p:blipFill>
                  <a:blip r:embed="rId10"/>
                  <a:stretch>
                    <a:fillRect/>
                  </a:stretch>
                </p:blipFill>
                <p:spPr>
                  <a:xfrm>
                    <a:off x="1388711" y="2482796"/>
                    <a:ext cx="16128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5" name="Ink 34">
                    <a:extLst>
                      <a:ext uri="{FF2B5EF4-FFF2-40B4-BE49-F238E27FC236}">
                        <a16:creationId xmlns:a16="http://schemas.microsoft.com/office/drawing/2014/main" id="{A9C590FF-B8A5-47F5-9FAA-2ED4349F57B0}"/>
                      </a:ext>
                    </a:extLst>
                  </p14:cNvPr>
                  <p14:cNvContentPartPr/>
                  <p14:nvPr/>
                </p14:nvContentPartPr>
                <p14:xfrm>
                  <a:off x="1571951" y="2653796"/>
                  <a:ext cx="5400" cy="77760"/>
                </p14:xfrm>
              </p:contentPart>
            </mc:Choice>
            <mc:Fallback xmlns="">
              <p:pic>
                <p:nvPicPr>
                  <p:cNvPr id="35" name="Ink 34">
                    <a:extLst>
                      <a:ext uri="{FF2B5EF4-FFF2-40B4-BE49-F238E27FC236}">
                        <a16:creationId xmlns:a16="http://schemas.microsoft.com/office/drawing/2014/main" id="{A9C590FF-B8A5-47F5-9FAA-2ED4349F57B0}"/>
                      </a:ext>
                    </a:extLst>
                  </p:cNvPr>
                  <p:cNvPicPr/>
                  <p:nvPr/>
                </p:nvPicPr>
                <p:blipFill>
                  <a:blip r:embed="rId12"/>
                  <a:stretch>
                    <a:fillRect/>
                  </a:stretch>
                </p:blipFill>
                <p:spPr>
                  <a:xfrm>
                    <a:off x="1563311" y="2644796"/>
                    <a:ext cx="23040" cy="95400"/>
                  </a:xfrm>
                  <a:prstGeom prst="rect">
                    <a:avLst/>
                  </a:prstGeom>
                </p:spPr>
              </p:pic>
            </mc:Fallback>
          </mc:AlternateContent>
        </p:grpSp>
      </p:grpSp>
      <p:grpSp>
        <p:nvGrpSpPr>
          <p:cNvPr id="45" name="Group 44">
            <a:extLst>
              <a:ext uri="{FF2B5EF4-FFF2-40B4-BE49-F238E27FC236}">
                <a16:creationId xmlns:a16="http://schemas.microsoft.com/office/drawing/2014/main" id="{C920C569-C55F-481A-AD66-233DC52F5B9C}"/>
              </a:ext>
            </a:extLst>
          </p:cNvPr>
          <p:cNvGrpSpPr/>
          <p:nvPr/>
        </p:nvGrpSpPr>
        <p:grpSpPr>
          <a:xfrm>
            <a:off x="1948282" y="1723251"/>
            <a:ext cx="442914" cy="464336"/>
            <a:chOff x="1948282" y="1723251"/>
            <a:chExt cx="442914" cy="464336"/>
          </a:xfrm>
        </p:grpSpPr>
        <p:sp>
          <p:nvSpPr>
            <p:cNvPr id="30" name="Oval 29">
              <a:extLst>
                <a:ext uri="{FF2B5EF4-FFF2-40B4-BE49-F238E27FC236}">
                  <a16:creationId xmlns:a16="http://schemas.microsoft.com/office/drawing/2014/main" id="{9DD61489-E0EA-421A-AC94-AB534380FFFB}"/>
                </a:ext>
              </a:extLst>
            </p:cNvPr>
            <p:cNvSpPr/>
            <p:nvPr/>
          </p:nvSpPr>
          <p:spPr>
            <a:xfrm>
              <a:off x="1948282" y="1723251"/>
              <a:ext cx="442914" cy="464336"/>
            </a:xfrm>
            <a:prstGeom prst="ellipse">
              <a:avLst/>
            </a:prstGeom>
            <a:ln/>
          </p:spPr>
          <p:style>
            <a:lnRef idx="2">
              <a:schemeClr val="accent2"/>
            </a:lnRef>
            <a:fillRef idx="1">
              <a:schemeClr val="lt1"/>
            </a:fillRef>
            <a:effectRef idx="0">
              <a:schemeClr val="accent2"/>
            </a:effectRef>
            <a:fontRef idx="minor">
              <a:schemeClr val="dk1"/>
            </a:fontRef>
          </p:style>
          <p:txBody>
            <a:bodyPr rtlCol="0" anchor="ctr"/>
            <a:lstStyle/>
            <a:p>
              <a:pPr algn="ctr"/>
              <a:endParaRPr lang="en-GB"/>
            </a:p>
          </p:txBody>
        </p:sp>
        <p:grpSp>
          <p:nvGrpSpPr>
            <p:cNvPr id="43" name="Group 42">
              <a:extLst>
                <a:ext uri="{FF2B5EF4-FFF2-40B4-BE49-F238E27FC236}">
                  <a16:creationId xmlns:a16="http://schemas.microsoft.com/office/drawing/2014/main" id="{30074053-1EC5-4002-B2CB-844174EEA40B}"/>
                </a:ext>
              </a:extLst>
            </p:cNvPr>
            <p:cNvGrpSpPr/>
            <p:nvPr/>
          </p:nvGrpSpPr>
          <p:grpSpPr>
            <a:xfrm>
              <a:off x="2090711" y="1812116"/>
              <a:ext cx="202680" cy="250560"/>
              <a:chOff x="2090711" y="1812116"/>
              <a:chExt cx="202680" cy="250560"/>
            </a:xfrm>
          </p:grpSpPr>
          <mc:AlternateContent xmlns:mc="http://schemas.openxmlformats.org/markup-compatibility/2006" xmlns:p14="http://schemas.microsoft.com/office/powerpoint/2010/main">
            <mc:Choice Requires="p14">
              <p:contentPart p14:bwMode="auto" r:id="rId13">
                <p14:nvContentPartPr>
                  <p14:cNvPr id="40" name="Ink 39">
                    <a:extLst>
                      <a:ext uri="{FF2B5EF4-FFF2-40B4-BE49-F238E27FC236}">
                        <a16:creationId xmlns:a16="http://schemas.microsoft.com/office/drawing/2014/main" id="{384CA88B-E904-4922-B3B2-80A880D2C7F0}"/>
                      </a:ext>
                    </a:extLst>
                  </p14:cNvPr>
                  <p14:cNvContentPartPr/>
                  <p14:nvPr/>
                </p14:nvContentPartPr>
                <p14:xfrm>
                  <a:off x="2108351" y="1839476"/>
                  <a:ext cx="98640" cy="171720"/>
                </p14:xfrm>
              </p:contentPart>
            </mc:Choice>
            <mc:Fallback xmlns="">
              <p:pic>
                <p:nvPicPr>
                  <p:cNvPr id="40" name="Ink 39">
                    <a:extLst>
                      <a:ext uri="{FF2B5EF4-FFF2-40B4-BE49-F238E27FC236}">
                        <a16:creationId xmlns:a16="http://schemas.microsoft.com/office/drawing/2014/main" id="{384CA88B-E904-4922-B3B2-80A880D2C7F0}"/>
                      </a:ext>
                    </a:extLst>
                  </p:cNvPr>
                  <p:cNvPicPr/>
                  <p:nvPr/>
                </p:nvPicPr>
                <p:blipFill>
                  <a:blip r:embed="rId14"/>
                  <a:stretch>
                    <a:fillRect/>
                  </a:stretch>
                </p:blipFill>
                <p:spPr>
                  <a:xfrm>
                    <a:off x="2099711" y="1830836"/>
                    <a:ext cx="11628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41" name="Ink 40">
                    <a:extLst>
                      <a:ext uri="{FF2B5EF4-FFF2-40B4-BE49-F238E27FC236}">
                        <a16:creationId xmlns:a16="http://schemas.microsoft.com/office/drawing/2014/main" id="{4619D56A-D23E-475C-988D-9D7A5836858B}"/>
                      </a:ext>
                    </a:extLst>
                  </p14:cNvPr>
                  <p14:cNvContentPartPr/>
                  <p14:nvPr/>
                </p14:nvContentPartPr>
                <p14:xfrm>
                  <a:off x="2090711" y="1812116"/>
                  <a:ext cx="134280" cy="223200"/>
                </p14:xfrm>
              </p:contentPart>
            </mc:Choice>
            <mc:Fallback xmlns="">
              <p:pic>
                <p:nvPicPr>
                  <p:cNvPr id="41" name="Ink 40">
                    <a:extLst>
                      <a:ext uri="{FF2B5EF4-FFF2-40B4-BE49-F238E27FC236}">
                        <a16:creationId xmlns:a16="http://schemas.microsoft.com/office/drawing/2014/main" id="{4619D56A-D23E-475C-988D-9D7A5836858B}"/>
                      </a:ext>
                    </a:extLst>
                  </p:cNvPr>
                  <p:cNvPicPr/>
                  <p:nvPr/>
                </p:nvPicPr>
                <p:blipFill>
                  <a:blip r:embed="rId16"/>
                  <a:stretch>
                    <a:fillRect/>
                  </a:stretch>
                </p:blipFill>
                <p:spPr>
                  <a:xfrm>
                    <a:off x="2081711" y="1803116"/>
                    <a:ext cx="151920" cy="2408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42" name="Ink 41">
                    <a:extLst>
                      <a:ext uri="{FF2B5EF4-FFF2-40B4-BE49-F238E27FC236}">
                        <a16:creationId xmlns:a16="http://schemas.microsoft.com/office/drawing/2014/main" id="{2D8C1A4B-5410-4CB7-ABF6-A9B02EBC7731}"/>
                      </a:ext>
                    </a:extLst>
                  </p14:cNvPr>
                  <p14:cNvContentPartPr/>
                  <p14:nvPr/>
                </p14:nvContentPartPr>
                <p14:xfrm>
                  <a:off x="2241191" y="1988516"/>
                  <a:ext cx="52200" cy="74160"/>
                </p14:xfrm>
              </p:contentPart>
            </mc:Choice>
            <mc:Fallback xmlns="">
              <p:pic>
                <p:nvPicPr>
                  <p:cNvPr id="42" name="Ink 41">
                    <a:extLst>
                      <a:ext uri="{FF2B5EF4-FFF2-40B4-BE49-F238E27FC236}">
                        <a16:creationId xmlns:a16="http://schemas.microsoft.com/office/drawing/2014/main" id="{2D8C1A4B-5410-4CB7-ABF6-A9B02EBC7731}"/>
                      </a:ext>
                    </a:extLst>
                  </p:cNvPr>
                  <p:cNvPicPr/>
                  <p:nvPr/>
                </p:nvPicPr>
                <p:blipFill>
                  <a:blip r:embed="rId18"/>
                  <a:stretch>
                    <a:fillRect/>
                  </a:stretch>
                </p:blipFill>
                <p:spPr>
                  <a:xfrm>
                    <a:off x="2232191" y="1979516"/>
                    <a:ext cx="69840" cy="91800"/>
                  </a:xfrm>
                  <a:prstGeom prst="rect">
                    <a:avLst/>
                  </a:prstGeom>
                </p:spPr>
              </p:pic>
            </mc:Fallback>
          </mc:AlternateContent>
        </p:grpSp>
      </p:grpSp>
      <p:grpSp>
        <p:nvGrpSpPr>
          <p:cNvPr id="60" name="Group 59">
            <a:extLst>
              <a:ext uri="{FF2B5EF4-FFF2-40B4-BE49-F238E27FC236}">
                <a16:creationId xmlns:a16="http://schemas.microsoft.com/office/drawing/2014/main" id="{5157F593-0E52-4FFA-BA6F-507F3D588376}"/>
              </a:ext>
            </a:extLst>
          </p:cNvPr>
          <p:cNvGrpSpPr/>
          <p:nvPr/>
        </p:nvGrpSpPr>
        <p:grpSpPr>
          <a:xfrm>
            <a:off x="1720271" y="2145476"/>
            <a:ext cx="247680" cy="416880"/>
            <a:chOff x="1720271" y="2145476"/>
            <a:chExt cx="247680" cy="416880"/>
          </a:xfrm>
        </p:grpSpPr>
        <mc:AlternateContent xmlns:mc="http://schemas.openxmlformats.org/markup-compatibility/2006" xmlns:p14="http://schemas.microsoft.com/office/powerpoint/2010/main">
          <mc:Choice Requires="p14">
            <p:contentPart p14:bwMode="auto" r:id="rId19">
              <p14:nvContentPartPr>
                <p14:cNvPr id="55" name="Ink 54">
                  <a:extLst>
                    <a:ext uri="{FF2B5EF4-FFF2-40B4-BE49-F238E27FC236}">
                      <a16:creationId xmlns:a16="http://schemas.microsoft.com/office/drawing/2014/main" id="{AB09A5D3-7AF5-4C05-B458-1373EF24D92C}"/>
                    </a:ext>
                  </a:extLst>
                </p14:cNvPr>
                <p14:cNvContentPartPr/>
                <p14:nvPr/>
              </p14:nvContentPartPr>
              <p14:xfrm>
                <a:off x="1745831" y="2145476"/>
                <a:ext cx="222120" cy="416880"/>
              </p14:xfrm>
            </p:contentPart>
          </mc:Choice>
          <mc:Fallback xmlns="">
            <p:pic>
              <p:nvPicPr>
                <p:cNvPr id="55" name="Ink 54">
                  <a:extLst>
                    <a:ext uri="{FF2B5EF4-FFF2-40B4-BE49-F238E27FC236}">
                      <a16:creationId xmlns:a16="http://schemas.microsoft.com/office/drawing/2014/main" id="{AB09A5D3-7AF5-4C05-B458-1373EF24D92C}"/>
                    </a:ext>
                  </a:extLst>
                </p:cNvPr>
                <p:cNvPicPr/>
                <p:nvPr/>
              </p:nvPicPr>
              <p:blipFill>
                <a:blip r:embed="rId20"/>
                <a:stretch>
                  <a:fillRect/>
                </a:stretch>
              </p:blipFill>
              <p:spPr>
                <a:xfrm>
                  <a:off x="1737191" y="2136836"/>
                  <a:ext cx="239760" cy="4345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56" name="Ink 55">
                  <a:extLst>
                    <a:ext uri="{FF2B5EF4-FFF2-40B4-BE49-F238E27FC236}">
                      <a16:creationId xmlns:a16="http://schemas.microsoft.com/office/drawing/2014/main" id="{64FBCA80-1159-48FD-8063-C921DEAC69A3}"/>
                    </a:ext>
                  </a:extLst>
                </p14:cNvPr>
                <p14:cNvContentPartPr/>
                <p14:nvPr/>
              </p14:nvContentPartPr>
              <p14:xfrm>
                <a:off x="1720271" y="2401436"/>
                <a:ext cx="176760" cy="160200"/>
              </p14:xfrm>
            </p:contentPart>
          </mc:Choice>
          <mc:Fallback xmlns="">
            <p:pic>
              <p:nvPicPr>
                <p:cNvPr id="56" name="Ink 55">
                  <a:extLst>
                    <a:ext uri="{FF2B5EF4-FFF2-40B4-BE49-F238E27FC236}">
                      <a16:creationId xmlns:a16="http://schemas.microsoft.com/office/drawing/2014/main" id="{64FBCA80-1159-48FD-8063-C921DEAC69A3}"/>
                    </a:ext>
                  </a:extLst>
                </p:cNvPr>
                <p:cNvPicPr/>
                <p:nvPr/>
              </p:nvPicPr>
              <p:blipFill>
                <a:blip r:embed="rId22"/>
                <a:stretch>
                  <a:fillRect/>
                </a:stretch>
              </p:blipFill>
              <p:spPr>
                <a:xfrm>
                  <a:off x="1711271" y="2392796"/>
                  <a:ext cx="194400" cy="177840"/>
                </a:xfrm>
                <a:prstGeom prst="rect">
                  <a:avLst/>
                </a:prstGeom>
              </p:spPr>
            </p:pic>
          </mc:Fallback>
        </mc:AlternateContent>
      </p:grpSp>
      <p:grpSp>
        <p:nvGrpSpPr>
          <p:cNvPr id="59" name="Group 58">
            <a:extLst>
              <a:ext uri="{FF2B5EF4-FFF2-40B4-BE49-F238E27FC236}">
                <a16:creationId xmlns:a16="http://schemas.microsoft.com/office/drawing/2014/main" id="{4E073289-49D0-42F6-B063-14BB0FFF55CB}"/>
              </a:ext>
            </a:extLst>
          </p:cNvPr>
          <p:cNvGrpSpPr/>
          <p:nvPr/>
        </p:nvGrpSpPr>
        <p:grpSpPr>
          <a:xfrm>
            <a:off x="2329391" y="2185796"/>
            <a:ext cx="205560" cy="407520"/>
            <a:chOff x="2329391" y="2185796"/>
            <a:chExt cx="205560" cy="407520"/>
          </a:xfrm>
        </p:grpSpPr>
        <mc:AlternateContent xmlns:mc="http://schemas.openxmlformats.org/markup-compatibility/2006" xmlns:p14="http://schemas.microsoft.com/office/powerpoint/2010/main">
          <mc:Choice Requires="p14">
            <p:contentPart p14:bwMode="auto" r:id="rId23">
              <p14:nvContentPartPr>
                <p14:cNvPr id="57" name="Ink 56">
                  <a:extLst>
                    <a:ext uri="{FF2B5EF4-FFF2-40B4-BE49-F238E27FC236}">
                      <a16:creationId xmlns:a16="http://schemas.microsoft.com/office/drawing/2014/main" id="{8168A331-DD72-42D3-A5FE-8FA13A4401C4}"/>
                    </a:ext>
                  </a:extLst>
                </p14:cNvPr>
                <p14:cNvContentPartPr/>
                <p14:nvPr/>
              </p14:nvContentPartPr>
              <p14:xfrm>
                <a:off x="2329391" y="2185796"/>
                <a:ext cx="194400" cy="373680"/>
              </p14:xfrm>
            </p:contentPart>
          </mc:Choice>
          <mc:Fallback xmlns="">
            <p:pic>
              <p:nvPicPr>
                <p:cNvPr id="57" name="Ink 56">
                  <a:extLst>
                    <a:ext uri="{FF2B5EF4-FFF2-40B4-BE49-F238E27FC236}">
                      <a16:creationId xmlns:a16="http://schemas.microsoft.com/office/drawing/2014/main" id="{8168A331-DD72-42D3-A5FE-8FA13A4401C4}"/>
                    </a:ext>
                  </a:extLst>
                </p:cNvPr>
                <p:cNvPicPr/>
                <p:nvPr/>
              </p:nvPicPr>
              <p:blipFill>
                <a:blip r:embed="rId24"/>
                <a:stretch>
                  <a:fillRect/>
                </a:stretch>
              </p:blipFill>
              <p:spPr>
                <a:xfrm>
                  <a:off x="2320751" y="2176796"/>
                  <a:ext cx="212040" cy="3913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58" name="Ink 57">
                  <a:extLst>
                    <a:ext uri="{FF2B5EF4-FFF2-40B4-BE49-F238E27FC236}">
                      <a16:creationId xmlns:a16="http://schemas.microsoft.com/office/drawing/2014/main" id="{14E06193-46B9-4867-A083-02B3A4100406}"/>
                    </a:ext>
                  </a:extLst>
                </p14:cNvPr>
                <p14:cNvContentPartPr/>
                <p14:nvPr/>
              </p14:nvContentPartPr>
              <p14:xfrm>
                <a:off x="2379791" y="2394236"/>
                <a:ext cx="155160" cy="199080"/>
              </p14:xfrm>
            </p:contentPart>
          </mc:Choice>
          <mc:Fallback xmlns="">
            <p:pic>
              <p:nvPicPr>
                <p:cNvPr id="58" name="Ink 57">
                  <a:extLst>
                    <a:ext uri="{FF2B5EF4-FFF2-40B4-BE49-F238E27FC236}">
                      <a16:creationId xmlns:a16="http://schemas.microsoft.com/office/drawing/2014/main" id="{14E06193-46B9-4867-A083-02B3A4100406}"/>
                    </a:ext>
                  </a:extLst>
                </p:cNvPr>
                <p:cNvPicPr/>
                <p:nvPr/>
              </p:nvPicPr>
              <p:blipFill>
                <a:blip r:embed="rId26"/>
                <a:stretch>
                  <a:fillRect/>
                </a:stretch>
              </p:blipFill>
              <p:spPr>
                <a:xfrm>
                  <a:off x="2370791" y="2385236"/>
                  <a:ext cx="172800" cy="216720"/>
                </a:xfrm>
                <a:prstGeom prst="rect">
                  <a:avLst/>
                </a:prstGeom>
              </p:spPr>
            </p:pic>
          </mc:Fallback>
        </mc:AlternateContent>
      </p:gr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C398791C-AD0F-15F2-4BFB-4A686FDFCB2A}"/>
                  </a:ext>
                </a:extLst>
              </p:cNvPr>
              <p:cNvSpPr txBox="1">
                <a:spLocks/>
              </p:cNvSpPr>
              <p:nvPr/>
            </p:nvSpPr>
            <p:spPr>
              <a:xfrm>
                <a:off x="4023333" y="1617711"/>
                <a:ext cx="4669047" cy="2613435"/>
              </a:xfrm>
              <a:prstGeom prst="rect">
                <a:avLst/>
              </a:prstGeom>
            </p:spPr>
            <p:txBody>
              <a:bodyPr/>
              <a:lstStyle>
                <a:lvl1pPr marL="342900" indent="-342900" algn="l" defTabSz="457200" rtl="0" eaLnBrk="1" latinLnBrk="0" hangingPunct="1">
                  <a:spcBef>
                    <a:spcPct val="20000"/>
                  </a:spcBef>
                  <a:buClr>
                    <a:srgbClr val="0085CA"/>
                  </a:buClr>
                  <a:buFont typeface="Arial"/>
                  <a:buChar char="•"/>
                  <a:defRPr sz="1800" kern="1200">
                    <a:solidFill>
                      <a:schemeClr val="tx1"/>
                    </a:solidFill>
                    <a:latin typeface="Arial"/>
                    <a:ea typeface="+mn-ea"/>
                    <a:cs typeface="Arial"/>
                  </a:defRPr>
                </a:lvl1pPr>
                <a:lvl2pPr marL="742950" indent="-285750" algn="l" defTabSz="457200" rtl="0" eaLnBrk="1" latinLnBrk="0" hangingPunct="1">
                  <a:spcBef>
                    <a:spcPct val="20000"/>
                  </a:spcBef>
                  <a:buClr>
                    <a:srgbClr val="0085CA"/>
                  </a:buClr>
                  <a:buFont typeface="Arial"/>
                  <a:buChar char="–"/>
                  <a:defRPr sz="1800" kern="1200">
                    <a:solidFill>
                      <a:schemeClr val="tx1"/>
                    </a:solidFill>
                    <a:latin typeface="Arial"/>
                    <a:ea typeface="+mn-ea"/>
                    <a:cs typeface="Arial"/>
                  </a:defRPr>
                </a:lvl2pPr>
                <a:lvl3pPr marL="11430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3pPr>
                <a:lvl4pPr marL="16002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4pPr>
                <a:lvl5pPr marL="20574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sz="1600" b="0" dirty="0"/>
                  <a:t>Suppose </a:t>
                </a:r>
                <a14:m>
                  <m:oMath xmlns:m="http://schemas.openxmlformats.org/officeDocument/2006/math">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𝑋</m:t>
                        </m:r>
                      </m:e>
                      <m:sub>
                        <m:r>
                          <a:rPr lang="en-GB" sz="1600" b="0" i="1" smtClean="0">
                            <a:latin typeface="Cambria Math" panose="02040503050406030204" pitchFamily="18" charset="0"/>
                          </a:rPr>
                          <m:t>1</m:t>
                        </m:r>
                      </m:sub>
                    </m:sSub>
                  </m:oMath>
                </a14:m>
                <a:r>
                  <a:rPr lang="en-US" sz="1600" dirty="0"/>
                  <a:t>, </a:t>
                </a:r>
                <a14:m>
                  <m:oMath xmlns:m="http://schemas.openxmlformats.org/officeDocument/2006/math">
                    <m:r>
                      <a:rPr lang="en-GB" sz="1600" b="0" i="1" smtClean="0">
                        <a:latin typeface="Cambria Math" panose="02040503050406030204" pitchFamily="18" charset="0"/>
                      </a:rPr>
                      <m:t>𝑌</m:t>
                    </m:r>
                  </m:oMath>
                </a14:m>
                <a:r>
                  <a:rPr lang="en-US" sz="1600" dirty="0"/>
                  <a:t> are correlated, with no direct causal link</a:t>
                </a:r>
              </a:p>
              <a:p>
                <a:pPr marL="0" indent="0">
                  <a:buNone/>
                </a:pPr>
                <a:endParaRPr lang="en-US" sz="1600" dirty="0"/>
              </a:p>
              <a:p>
                <a:pPr marL="0" indent="0">
                  <a:buNone/>
                </a:pPr>
                <a:endParaRPr lang="en-US" sz="1600" dirty="0"/>
              </a:p>
              <a:p>
                <a14:m>
                  <m:oMath xmlns:m="http://schemas.openxmlformats.org/officeDocument/2006/math">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𝑋</m:t>
                        </m:r>
                      </m:e>
                      <m:sub>
                        <m:r>
                          <a:rPr lang="en-GB" sz="1600" b="0" i="1" smtClean="0">
                            <a:latin typeface="Cambria Math" panose="02040503050406030204" pitchFamily="18" charset="0"/>
                          </a:rPr>
                          <m:t>2</m:t>
                        </m:r>
                      </m:sub>
                    </m:sSub>
                  </m:oMath>
                </a14:m>
                <a:r>
                  <a:rPr lang="en-US" sz="1600" dirty="0"/>
                  <a:t> might be absent from the data</a:t>
                </a:r>
              </a:p>
              <a:p>
                <a:pPr lvl="1"/>
                <a:r>
                  <a:rPr lang="en-US" sz="1400" dirty="0"/>
                  <a:t>How can we detect its presence?</a:t>
                </a:r>
              </a:p>
              <a:p>
                <a:pPr lvl="1"/>
                <a:endParaRPr lang="en-US" sz="1400" dirty="0"/>
              </a:p>
              <a:p>
                <a:r>
                  <a:rPr lang="en-US" sz="1600" dirty="0"/>
                  <a:t>Example</a:t>
                </a:r>
              </a:p>
              <a:p>
                <a:pPr lvl="1"/>
                <a14:m>
                  <m:oMath xmlns:m="http://schemas.openxmlformats.org/officeDocument/2006/math">
                    <m:r>
                      <a:rPr lang="en-GB" sz="1400" b="0" i="1" smtClean="0">
                        <a:latin typeface="Cambria Math" panose="02040503050406030204" pitchFamily="18" charset="0"/>
                      </a:rPr>
                      <m:t>𝑌</m:t>
                    </m:r>
                  </m:oMath>
                </a14:m>
                <a:r>
                  <a:rPr lang="en-US" sz="1400" dirty="0"/>
                  <a:t>: leg bone density</a:t>
                </a:r>
              </a:p>
              <a:p>
                <a:pPr lvl="1"/>
                <a14:m>
                  <m:oMath xmlns:m="http://schemas.openxmlformats.org/officeDocument/2006/math">
                    <m:sSub>
                      <m:sSubPr>
                        <m:ctrlPr>
                          <a:rPr lang="en-GB" sz="1400" b="0" i="1" smtClean="0">
                            <a:latin typeface="Cambria Math" panose="02040503050406030204" pitchFamily="18" charset="0"/>
                          </a:rPr>
                        </m:ctrlPr>
                      </m:sSubPr>
                      <m:e>
                        <m:r>
                          <a:rPr lang="en-GB" sz="1400" b="0" i="1" smtClean="0">
                            <a:latin typeface="Cambria Math" panose="02040503050406030204" pitchFamily="18" charset="0"/>
                          </a:rPr>
                          <m:t>𝑋</m:t>
                        </m:r>
                      </m:e>
                      <m:sub>
                        <m:r>
                          <a:rPr lang="en-GB" sz="1400" b="0" i="1" smtClean="0">
                            <a:latin typeface="Cambria Math" panose="02040503050406030204" pitchFamily="18" charset="0"/>
                          </a:rPr>
                          <m:t>1</m:t>
                        </m:r>
                      </m:sub>
                    </m:sSub>
                  </m:oMath>
                </a14:m>
                <a:r>
                  <a:rPr lang="en-US" sz="1400" dirty="0"/>
                  <a:t>: aerobic exercise</a:t>
                </a:r>
              </a:p>
              <a:p>
                <a:pPr lvl="1"/>
                <a14:m>
                  <m:oMath xmlns:m="http://schemas.openxmlformats.org/officeDocument/2006/math">
                    <m:sSub>
                      <m:sSubPr>
                        <m:ctrlPr>
                          <a:rPr lang="en-GB" sz="1400" b="0" i="1" smtClean="0">
                            <a:latin typeface="Cambria Math" panose="02040503050406030204" pitchFamily="18" charset="0"/>
                          </a:rPr>
                        </m:ctrlPr>
                      </m:sSubPr>
                      <m:e>
                        <m:r>
                          <a:rPr lang="en-GB" sz="1400" b="0" i="1" smtClean="0">
                            <a:latin typeface="Cambria Math" panose="02040503050406030204" pitchFamily="18" charset="0"/>
                          </a:rPr>
                          <m:t>𝑋</m:t>
                        </m:r>
                      </m:e>
                      <m:sub>
                        <m:r>
                          <a:rPr lang="en-GB" sz="1400" b="0" i="1" smtClean="0">
                            <a:latin typeface="Cambria Math" panose="02040503050406030204" pitchFamily="18" charset="0"/>
                          </a:rPr>
                          <m:t>2</m:t>
                        </m:r>
                      </m:sub>
                    </m:sSub>
                  </m:oMath>
                </a14:m>
                <a:r>
                  <a:rPr lang="en-US" sz="1400" dirty="0"/>
                  <a:t>: body mass</a:t>
                </a:r>
              </a:p>
              <a:p>
                <a:endParaRPr lang="en-US" sz="1600" dirty="0"/>
              </a:p>
              <a:p>
                <a:endParaRPr lang="en-GB" sz="1600" dirty="0"/>
              </a:p>
            </p:txBody>
          </p:sp>
        </mc:Choice>
        <mc:Fallback xmlns="">
          <p:sp>
            <p:nvSpPr>
              <p:cNvPr id="5" name="Content Placeholder 4">
                <a:extLst>
                  <a:ext uri="{FF2B5EF4-FFF2-40B4-BE49-F238E27FC236}">
                    <a16:creationId xmlns:a16="http://schemas.microsoft.com/office/drawing/2014/main" id="{C398791C-AD0F-15F2-4BFB-4A686FDFCB2A}"/>
                  </a:ext>
                </a:extLst>
              </p:cNvPr>
              <p:cNvSpPr txBox="1">
                <a:spLocks noRot="1" noChangeAspect="1" noMove="1" noResize="1" noEditPoints="1" noAdjustHandles="1" noChangeArrowheads="1" noChangeShapeType="1" noTextEdit="1"/>
              </p:cNvSpPr>
              <p:nvPr/>
            </p:nvSpPr>
            <p:spPr>
              <a:xfrm>
                <a:off x="4023333" y="1617711"/>
                <a:ext cx="4669047" cy="2613435"/>
              </a:xfrm>
              <a:prstGeom prst="rect">
                <a:avLst/>
              </a:prstGeom>
              <a:blipFill>
                <a:blip r:embed="rId27"/>
                <a:stretch>
                  <a:fillRect l="-522" t="-699" b="-18415"/>
                </a:stretch>
              </a:blipFill>
            </p:spPr>
            <p:txBody>
              <a:bodyPr/>
              <a:lstStyle/>
              <a:p>
                <a:r>
                  <a:rPr lang="en-GB">
                    <a:noFill/>
                  </a:rPr>
                  <a:t> </a:t>
                </a:r>
              </a:p>
            </p:txBody>
          </p:sp>
        </mc:Fallback>
      </mc:AlternateContent>
    </p:spTree>
    <p:extLst>
      <p:ext uri="{BB962C8B-B14F-4D97-AF65-F5344CB8AC3E}">
        <p14:creationId xmlns:p14="http://schemas.microsoft.com/office/powerpoint/2010/main" val="22393152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15931"/>
            <a:ext cx="8229600" cy="380667"/>
          </a:xfrm>
        </p:spPr>
        <p:txBody>
          <a:bodyPr/>
          <a:lstStyle/>
          <a:p>
            <a:r>
              <a:rPr lang="en-US" dirty="0"/>
              <a:t>Any Questions?</a:t>
            </a:r>
          </a:p>
        </p:txBody>
      </p:sp>
      <p:sp>
        <p:nvSpPr>
          <p:cNvPr id="10" name="Text Placeholder 5">
            <a:extLst>
              <a:ext uri="{FF2B5EF4-FFF2-40B4-BE49-F238E27FC236}">
                <a16:creationId xmlns:a16="http://schemas.microsoft.com/office/drawing/2014/main" id="{AEBB50E7-BF05-4BED-BC8F-9DD7F51ECB0B}"/>
              </a:ext>
            </a:extLst>
          </p:cNvPr>
          <p:cNvSpPr>
            <a:spLocks noGrp="1"/>
          </p:cNvSpPr>
          <p:nvPr>
            <p:ph type="body" sz="quarter" idx="10"/>
          </p:nvPr>
        </p:nvSpPr>
        <p:spPr>
          <a:xfrm>
            <a:off x="6175165" y="497144"/>
            <a:ext cx="2511635" cy="222067"/>
          </a:xfrm>
        </p:spPr>
        <p:txBody>
          <a:bodyPr/>
          <a:lstStyle/>
          <a:p>
            <a:r>
              <a:rPr lang="en-US" dirty="0"/>
              <a:t>MSc Machine Learning &amp; Data Science</a:t>
            </a:r>
          </a:p>
          <a:p>
            <a:endParaRPr lang="en-US" dirty="0"/>
          </a:p>
        </p:txBody>
      </p:sp>
      <p:sp>
        <p:nvSpPr>
          <p:cNvPr id="6" name="Text Placeholder 4">
            <a:extLst>
              <a:ext uri="{FF2B5EF4-FFF2-40B4-BE49-F238E27FC236}">
                <a16:creationId xmlns:a16="http://schemas.microsoft.com/office/drawing/2014/main" id="{E524489C-7A2D-4155-9005-02F6D805066C}"/>
              </a:ext>
            </a:extLst>
          </p:cNvPr>
          <p:cNvSpPr txBox="1">
            <a:spLocks/>
          </p:cNvSpPr>
          <p:nvPr/>
        </p:nvSpPr>
        <p:spPr>
          <a:xfrm>
            <a:off x="6046471" y="738262"/>
            <a:ext cx="2640330" cy="192881"/>
          </a:xfrm>
          <a:prstGeom prst="rect">
            <a:avLst/>
          </a:prstGeom>
        </p:spPr>
        <p:txBody>
          <a:bodyPr vert="horz" lIns="0" tIns="0" rIns="0" bIns="0" rtlCol="0">
            <a:noAutofit/>
          </a:bodyPr>
          <a:lstStyle>
            <a:lvl1pPr marL="342900" indent="-342900" algn="l" defTabSz="457200" rtl="0" eaLnBrk="1" latinLnBrk="0" hangingPunct="1">
              <a:spcBef>
                <a:spcPct val="20000"/>
              </a:spcBef>
              <a:buClr>
                <a:srgbClr val="0085CA"/>
              </a:buClr>
              <a:buFont typeface="Arial"/>
              <a:buChar char="•"/>
              <a:defRPr sz="1800" kern="1200">
                <a:solidFill>
                  <a:schemeClr val="tx1"/>
                </a:solidFill>
                <a:latin typeface="Arial"/>
                <a:ea typeface="+mn-ea"/>
                <a:cs typeface="Arial"/>
              </a:defRPr>
            </a:lvl1pPr>
            <a:lvl2pPr marL="742950" indent="-285750" algn="l" defTabSz="457200" rtl="0" eaLnBrk="1" latinLnBrk="0" hangingPunct="1">
              <a:spcBef>
                <a:spcPct val="20000"/>
              </a:spcBef>
              <a:buClr>
                <a:srgbClr val="0085CA"/>
              </a:buClr>
              <a:buFont typeface="Arial"/>
              <a:buChar char="–"/>
              <a:defRPr sz="1800" kern="1200">
                <a:solidFill>
                  <a:schemeClr val="tx1"/>
                </a:solidFill>
                <a:latin typeface="Arial"/>
                <a:ea typeface="+mn-ea"/>
                <a:cs typeface="Arial"/>
              </a:defRPr>
            </a:lvl2pPr>
            <a:lvl3pPr marL="11430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3pPr>
            <a:lvl4pPr marL="16002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4pPr>
            <a:lvl5pPr marL="2057400" indent="-228600" algn="l" defTabSz="457200" rtl="0" eaLnBrk="1" latinLnBrk="0" hangingPunct="1">
              <a:spcBef>
                <a:spcPct val="20000"/>
              </a:spcBef>
              <a:buClr>
                <a:srgbClr val="0085CA"/>
              </a:buClr>
              <a:buFont typeface="Arial"/>
              <a:buChar char="»"/>
              <a:defRPr sz="12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r">
              <a:buNone/>
            </a:pPr>
            <a:r>
              <a:rPr lang="en-GB" sz="1000" dirty="0">
                <a:solidFill>
                  <a:schemeClr val="tx2"/>
                </a:solidFill>
              </a:rPr>
              <a:t>Exploratory Data Analysis &amp; Visualisation</a:t>
            </a:r>
          </a:p>
        </p:txBody>
      </p:sp>
    </p:spTree>
    <p:extLst>
      <p:ext uri="{BB962C8B-B14F-4D97-AF65-F5344CB8AC3E}">
        <p14:creationId xmlns:p14="http://schemas.microsoft.com/office/powerpoint/2010/main" val="843983494"/>
      </p:ext>
    </p:extLst>
  </p:cSld>
  <p:clrMapOvr>
    <a:masterClrMapping/>
  </p:clrMapOvr>
</p:sld>
</file>

<file path=ppt/theme/theme1.xml><?xml version="1.0" encoding="utf-8"?>
<a:theme xmlns:a="http://schemas.openxmlformats.org/drawingml/2006/main" name="Imperial College London Theme">
  <a:themeElements>
    <a:clrScheme name="Imperial College London Presentation">
      <a:dk1>
        <a:srgbClr val="000000"/>
      </a:dk1>
      <a:lt1>
        <a:sysClr val="window" lastClr="FFFFFF"/>
      </a:lt1>
      <a:dk2>
        <a:srgbClr val="003E74"/>
      </a:dk2>
      <a:lt2>
        <a:srgbClr val="9D9D9D"/>
      </a:lt2>
      <a:accent1>
        <a:srgbClr val="0085CA"/>
      </a:accent1>
      <a:accent2>
        <a:srgbClr val="006EAF"/>
      </a:accent2>
      <a:accent3>
        <a:srgbClr val="0CA1CD"/>
      </a:accent3>
      <a:accent4>
        <a:srgbClr val="008EAA"/>
      </a:accent4>
      <a:accent5>
        <a:srgbClr val="379F9F"/>
      </a:accent5>
      <a:accent6>
        <a:srgbClr val="0085CA"/>
      </a:accent6>
      <a:hlink>
        <a:srgbClr val="0085CA"/>
      </a:hlink>
      <a:folHlink>
        <a:srgbClr val="0085CA"/>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Imperial College London Presentation">
      <a:dk1>
        <a:srgbClr val="000000"/>
      </a:dk1>
      <a:lt1>
        <a:sysClr val="window" lastClr="FFFFFF"/>
      </a:lt1>
      <a:dk2>
        <a:srgbClr val="003E74"/>
      </a:dk2>
      <a:lt2>
        <a:srgbClr val="9D9D9D"/>
      </a:lt2>
      <a:accent1>
        <a:srgbClr val="0085CA"/>
      </a:accent1>
      <a:accent2>
        <a:srgbClr val="006EAF"/>
      </a:accent2>
      <a:accent3>
        <a:srgbClr val="0CA1CD"/>
      </a:accent3>
      <a:accent4>
        <a:srgbClr val="008EAA"/>
      </a:accent4>
      <a:accent5>
        <a:srgbClr val="379F9F"/>
      </a:accent5>
      <a:accent6>
        <a:srgbClr val="0085CA"/>
      </a:accent6>
      <a:hlink>
        <a:srgbClr val="0085CA"/>
      </a:hlink>
      <a:folHlink>
        <a:srgbClr val="0085CA"/>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Imperial College London Presentation">
      <a:dk1>
        <a:srgbClr val="000000"/>
      </a:dk1>
      <a:lt1>
        <a:sysClr val="window" lastClr="FFFFFF"/>
      </a:lt1>
      <a:dk2>
        <a:srgbClr val="003E74"/>
      </a:dk2>
      <a:lt2>
        <a:srgbClr val="9D9D9D"/>
      </a:lt2>
      <a:accent1>
        <a:srgbClr val="0085CA"/>
      </a:accent1>
      <a:accent2>
        <a:srgbClr val="006EAF"/>
      </a:accent2>
      <a:accent3>
        <a:srgbClr val="0CA1CD"/>
      </a:accent3>
      <a:accent4>
        <a:srgbClr val="008EAA"/>
      </a:accent4>
      <a:accent5>
        <a:srgbClr val="379F9F"/>
      </a:accent5>
      <a:accent6>
        <a:srgbClr val="0085CA"/>
      </a:accent6>
      <a:hlink>
        <a:srgbClr val="0085CA"/>
      </a:hlink>
      <a:folHlink>
        <a:srgbClr val="0085CA"/>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5216</TotalTime>
  <Words>1533</Words>
  <Application>Microsoft Macintosh PowerPoint</Application>
  <PresentationFormat>On-screen Show (16:9)</PresentationFormat>
  <Paragraphs>77</Paragraphs>
  <Slides>4</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Cambria Math</vt:lpstr>
      <vt:lpstr>Imperial College London Theme</vt:lpstr>
      <vt:lpstr>Multivariate Data</vt:lpstr>
      <vt:lpstr>Overview</vt:lpstr>
      <vt:lpstr>Diagnosing Confounders</vt:lpstr>
      <vt:lpstr>Any Questions?</vt:lpstr>
    </vt:vector>
  </TitlesOfParts>
  <Company>Imperial College London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Abby Bolt</dc:creator>
  <cp:lastModifiedBy>Adams, Niall M</cp:lastModifiedBy>
  <cp:revision>21</cp:revision>
  <dcterms:created xsi:type="dcterms:W3CDTF">2017-02-16T14:49:58Z</dcterms:created>
  <dcterms:modified xsi:type="dcterms:W3CDTF">2026-02-19T09:29:07Z</dcterms:modified>
</cp:coreProperties>
</file>