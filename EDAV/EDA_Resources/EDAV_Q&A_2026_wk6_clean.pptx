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7" r:id="rId2"/>
    <p:sldId id="267" r:id="rId3"/>
    <p:sldId id="296" r:id="rId4"/>
    <p:sldId id="300" r:id="rId5"/>
    <p:sldId id="297" r:id="rId6"/>
    <p:sldId id="294" r:id="rId7"/>
    <p:sldId id="286" r:id="rId8"/>
    <p:sldId id="281" r:id="rId9"/>
    <p:sldId id="280" r:id="rId10"/>
    <p:sldId id="279"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D9D"/>
    <a:srgbClr val="003E74"/>
    <a:srgbClr val="0085CA"/>
    <a:srgbClr val="00254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4AA6F-FB4B-8548-9E81-51C8E66BFA71}" v="17" dt="2025-02-13T17:17:34.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48"/>
  </p:normalViewPr>
  <p:slideViewPr>
    <p:cSldViewPr snapToGrid="0">
      <p:cViewPr varScale="1">
        <p:scale>
          <a:sx n="117" d="100"/>
          <a:sy n="117" d="100"/>
        </p:scale>
        <p:origin x="2024" y="16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enkinsop, Alexandra M" userId="897cb152-de1c-447f-8df6-45993387043d" providerId="ADAL" clId="{3B1283DC-7E05-5A4A-A539-C81D052E8BC4}"/>
    <pc:docChg chg="custSel modSld">
      <pc:chgData name="Blenkinsop, Alexandra M" userId="897cb152-de1c-447f-8df6-45993387043d" providerId="ADAL" clId="{3B1283DC-7E05-5A4A-A539-C81D052E8BC4}" dt="2025-02-13T17:04:58.309" v="0" actId="7634"/>
      <pc:docMkLst>
        <pc:docMk/>
      </pc:docMkLst>
      <pc:sldChg chg="addSp">
        <pc:chgData name="Blenkinsop, Alexandra M" userId="897cb152-de1c-447f-8df6-45993387043d" providerId="ADAL" clId="{3B1283DC-7E05-5A4A-A539-C81D052E8BC4}" dt="2025-02-13T17:04:58.309" v="0" actId="7634"/>
        <pc:sldMkLst>
          <pc:docMk/>
          <pc:sldMk cId="466565307" sldId="280"/>
        </pc:sldMkLst>
        <pc:inkChg chg="add">
          <ac:chgData name="Blenkinsop, Alexandra M" userId="897cb152-de1c-447f-8df6-45993387043d" providerId="ADAL" clId="{3B1283DC-7E05-5A4A-A539-C81D052E8BC4}" dt="2025-02-13T17:04:58.309" v="0" actId="7634"/>
          <ac:inkMkLst>
            <pc:docMk/>
            <pc:sldMk cId="466565307" sldId="280"/>
            <ac:inkMk id="7" creationId="{BA2EE5D0-97DA-5940-1D07-5B13B2EA668E}"/>
          </ac:inkMkLst>
        </pc:inkChg>
      </pc:sldChg>
      <pc:sldChg chg="addSp">
        <pc:chgData name="Blenkinsop, Alexandra M" userId="897cb152-de1c-447f-8df6-45993387043d" providerId="ADAL" clId="{3B1283DC-7E05-5A4A-A539-C81D052E8BC4}" dt="2025-02-13T17:04:58.309" v="0" actId="7634"/>
        <pc:sldMkLst>
          <pc:docMk/>
          <pc:sldMk cId="917132787" sldId="281"/>
        </pc:sldMkLst>
        <pc:inkChg chg="add">
          <ac:chgData name="Blenkinsop, Alexandra M" userId="897cb152-de1c-447f-8df6-45993387043d" providerId="ADAL" clId="{3B1283DC-7E05-5A4A-A539-C81D052E8BC4}" dt="2025-02-13T17:04:58.309" v="0" actId="7634"/>
          <ac:inkMkLst>
            <pc:docMk/>
            <pc:sldMk cId="917132787" sldId="281"/>
            <ac:inkMk id="3" creationId="{6D2D9968-948A-5C67-8F6B-2127EBAA34A3}"/>
          </ac:inkMkLst>
        </pc:inkChg>
      </pc:sldChg>
      <pc:sldChg chg="addSp">
        <pc:chgData name="Blenkinsop, Alexandra M" userId="897cb152-de1c-447f-8df6-45993387043d" providerId="ADAL" clId="{3B1283DC-7E05-5A4A-A539-C81D052E8BC4}" dt="2025-02-13T17:04:58.309" v="0" actId="7634"/>
        <pc:sldMkLst>
          <pc:docMk/>
          <pc:sldMk cId="1785193920" sldId="286"/>
        </pc:sldMkLst>
        <pc:inkChg chg="add">
          <ac:chgData name="Blenkinsop, Alexandra M" userId="897cb152-de1c-447f-8df6-45993387043d" providerId="ADAL" clId="{3B1283DC-7E05-5A4A-A539-C81D052E8BC4}" dt="2025-02-13T17:04:58.309" v="0" actId="7634"/>
          <ac:inkMkLst>
            <pc:docMk/>
            <pc:sldMk cId="1785193920" sldId="286"/>
            <ac:inkMk id="4" creationId="{B419A961-1109-F903-2441-DD01AB19299F}"/>
          </ac:inkMkLst>
        </pc:inkChg>
      </pc:sldChg>
      <pc:sldChg chg="addSp">
        <pc:chgData name="Blenkinsop, Alexandra M" userId="897cb152-de1c-447f-8df6-45993387043d" providerId="ADAL" clId="{3B1283DC-7E05-5A4A-A539-C81D052E8BC4}" dt="2025-02-13T17:04:58.309" v="0" actId="7634"/>
        <pc:sldMkLst>
          <pc:docMk/>
          <pc:sldMk cId="614413183" sldId="294"/>
        </pc:sldMkLst>
        <pc:inkChg chg="add">
          <ac:chgData name="Blenkinsop, Alexandra M" userId="897cb152-de1c-447f-8df6-45993387043d" providerId="ADAL" clId="{3B1283DC-7E05-5A4A-A539-C81D052E8BC4}" dt="2025-02-13T17:04:58.309" v="0" actId="7634"/>
          <ac:inkMkLst>
            <pc:docMk/>
            <pc:sldMk cId="614413183" sldId="294"/>
            <ac:inkMk id="3" creationId="{843A79D9-B26E-8954-C9E9-85731865A945}"/>
          </ac:inkMkLst>
        </pc:inkChg>
      </pc:sldChg>
      <pc:sldChg chg="addSp">
        <pc:chgData name="Blenkinsop, Alexandra M" userId="897cb152-de1c-447f-8df6-45993387043d" providerId="ADAL" clId="{3B1283DC-7E05-5A4A-A539-C81D052E8BC4}" dt="2025-02-13T17:04:58.309" v="0" actId="7634"/>
        <pc:sldMkLst>
          <pc:docMk/>
          <pc:sldMk cId="4040224402" sldId="296"/>
        </pc:sldMkLst>
        <pc:inkChg chg="add">
          <ac:chgData name="Blenkinsop, Alexandra M" userId="897cb152-de1c-447f-8df6-45993387043d" providerId="ADAL" clId="{3B1283DC-7E05-5A4A-A539-C81D052E8BC4}" dt="2025-02-13T17:04:58.309" v="0" actId="7634"/>
          <ac:inkMkLst>
            <pc:docMk/>
            <pc:sldMk cId="4040224402" sldId="296"/>
            <ac:inkMk id="3" creationId="{48FE2C4B-1AFF-4D7D-58E1-1E552A5E7F85}"/>
          </ac:inkMkLst>
        </pc:inkChg>
      </pc:sldChg>
      <pc:sldChg chg="addSp">
        <pc:chgData name="Blenkinsop, Alexandra M" userId="897cb152-de1c-447f-8df6-45993387043d" providerId="ADAL" clId="{3B1283DC-7E05-5A4A-A539-C81D052E8BC4}" dt="2025-02-13T17:04:58.309" v="0" actId="7634"/>
        <pc:sldMkLst>
          <pc:docMk/>
          <pc:sldMk cId="1584604096" sldId="297"/>
        </pc:sldMkLst>
        <pc:inkChg chg="add">
          <ac:chgData name="Blenkinsop, Alexandra M" userId="897cb152-de1c-447f-8df6-45993387043d" providerId="ADAL" clId="{3B1283DC-7E05-5A4A-A539-C81D052E8BC4}" dt="2025-02-13T17:04:58.309" v="0" actId="7634"/>
          <ac:inkMkLst>
            <pc:docMk/>
            <pc:sldMk cId="1584604096" sldId="297"/>
            <ac:inkMk id="3" creationId="{678BC644-054D-1EE9-4E03-9B2BBC2D9A58}"/>
          </ac:inkMkLst>
        </pc:inkChg>
      </pc:sldChg>
      <pc:sldChg chg="addSp">
        <pc:chgData name="Blenkinsop, Alexandra M" userId="897cb152-de1c-447f-8df6-45993387043d" providerId="ADAL" clId="{3B1283DC-7E05-5A4A-A539-C81D052E8BC4}" dt="2025-02-13T17:04:58.309" v="0" actId="7634"/>
        <pc:sldMkLst>
          <pc:docMk/>
          <pc:sldMk cId="1313305433" sldId="299"/>
        </pc:sldMkLst>
        <pc:inkChg chg="add">
          <ac:chgData name="Blenkinsop, Alexandra M" userId="897cb152-de1c-447f-8df6-45993387043d" providerId="ADAL" clId="{3B1283DC-7E05-5A4A-A539-C81D052E8BC4}" dt="2025-02-13T17:04:58.309" v="0" actId="7634"/>
          <ac:inkMkLst>
            <pc:docMk/>
            <pc:sldMk cId="1313305433" sldId="299"/>
            <ac:inkMk id="4" creationId="{F3419398-5DBF-14C7-12DB-D2E20DEE327D}"/>
          </ac:inkMkLst>
        </pc:inkChg>
      </pc:sldChg>
    </pc:docChg>
  </pc:docChgLst>
  <pc:docChgLst>
    <pc:chgData name="Blenkinsop, Alexandra M" userId="897cb152-de1c-447f-8df6-45993387043d" providerId="ADAL" clId="{4D54AA6F-FB4B-8548-9E81-51C8E66BFA71}"/>
    <pc:docChg chg="undo custSel delSld modSld">
      <pc:chgData name="Blenkinsop, Alexandra M" userId="897cb152-de1c-447f-8df6-45993387043d" providerId="ADAL" clId="{4D54AA6F-FB4B-8548-9E81-51C8E66BFA71}" dt="2025-02-13T17:17:34.720" v="18" actId="478"/>
      <pc:docMkLst>
        <pc:docMk/>
      </pc:docMkLst>
      <pc:sldChg chg="delSp mod">
        <pc:chgData name="Blenkinsop, Alexandra M" userId="897cb152-de1c-447f-8df6-45993387043d" providerId="ADAL" clId="{4D54AA6F-FB4B-8548-9E81-51C8E66BFA71}" dt="2025-02-13T17:17:31.469" v="17" actId="478"/>
        <pc:sldMkLst>
          <pc:docMk/>
          <pc:sldMk cId="466565307" sldId="280"/>
        </pc:sldMkLst>
        <pc:inkChg chg="del">
          <ac:chgData name="Blenkinsop, Alexandra M" userId="897cb152-de1c-447f-8df6-45993387043d" providerId="ADAL" clId="{4D54AA6F-FB4B-8548-9E81-51C8E66BFA71}" dt="2025-02-13T17:17:31.469" v="17" actId="478"/>
          <ac:inkMkLst>
            <pc:docMk/>
            <pc:sldMk cId="466565307" sldId="280"/>
            <ac:inkMk id="7" creationId="{BA2EE5D0-97DA-5940-1D07-5B13B2EA668E}"/>
          </ac:inkMkLst>
        </pc:inkChg>
      </pc:sldChg>
      <pc:sldChg chg="addSp delSp modSp mod">
        <pc:chgData name="Blenkinsop, Alexandra M" userId="897cb152-de1c-447f-8df6-45993387043d" providerId="ADAL" clId="{4D54AA6F-FB4B-8548-9E81-51C8E66BFA71}" dt="2025-02-13T17:17:29.169" v="16" actId="478"/>
        <pc:sldMkLst>
          <pc:docMk/>
          <pc:sldMk cId="917132787" sldId="281"/>
        </pc:sldMkLst>
        <pc:spChg chg="add mod">
          <ac:chgData name="Blenkinsop, Alexandra M" userId="897cb152-de1c-447f-8df6-45993387043d" providerId="ADAL" clId="{4D54AA6F-FB4B-8548-9E81-51C8E66BFA71}" dt="2025-02-13T11:13:17.724" v="1"/>
          <ac:spMkLst>
            <pc:docMk/>
            <pc:sldMk cId="917132787" sldId="281"/>
            <ac:spMk id="3" creationId="{EB06603C-BAE4-0017-AE62-DA2E16D9F40C}"/>
          </ac:spMkLst>
        </pc:spChg>
        <pc:spChg chg="del">
          <ac:chgData name="Blenkinsop, Alexandra M" userId="897cb152-de1c-447f-8df6-45993387043d" providerId="ADAL" clId="{4D54AA6F-FB4B-8548-9E81-51C8E66BFA71}" dt="2025-02-13T11:13:18.552" v="2" actId="478"/>
          <ac:spMkLst>
            <pc:docMk/>
            <pc:sldMk cId="917132787" sldId="281"/>
            <ac:spMk id="4" creationId="{799CD8F6-EA9F-E71F-D18F-0583395B8096}"/>
          </ac:spMkLst>
        </pc:spChg>
        <pc:spChg chg="add del mod">
          <ac:chgData name="Blenkinsop, Alexandra M" userId="897cb152-de1c-447f-8df6-45993387043d" providerId="ADAL" clId="{4D54AA6F-FB4B-8548-9E81-51C8E66BFA71}" dt="2025-02-13T11:13:21.568" v="4" actId="478"/>
          <ac:spMkLst>
            <pc:docMk/>
            <pc:sldMk cId="917132787" sldId="281"/>
            <ac:spMk id="7" creationId="{8E7FEF93-8A2E-1566-448B-6AD39FBD82C5}"/>
          </ac:spMkLst>
        </pc:spChg>
        <pc:spChg chg="add mod">
          <ac:chgData name="Blenkinsop, Alexandra M" userId="897cb152-de1c-447f-8df6-45993387043d" providerId="ADAL" clId="{4D54AA6F-FB4B-8548-9E81-51C8E66BFA71}" dt="2025-02-13T11:14:50.954" v="10" actId="14100"/>
          <ac:spMkLst>
            <pc:docMk/>
            <pc:sldMk cId="917132787" sldId="281"/>
            <ac:spMk id="8" creationId="{88BAE048-1137-154F-CBC3-ED0AC5C88E79}"/>
          </ac:spMkLst>
        </pc:spChg>
        <pc:inkChg chg="del">
          <ac:chgData name="Blenkinsop, Alexandra M" userId="897cb152-de1c-447f-8df6-45993387043d" providerId="ADAL" clId="{4D54AA6F-FB4B-8548-9E81-51C8E66BFA71}" dt="2025-02-13T17:17:29.169" v="16" actId="478"/>
          <ac:inkMkLst>
            <pc:docMk/>
            <pc:sldMk cId="917132787" sldId="281"/>
            <ac:inkMk id="3" creationId="{6D2D9968-948A-5C67-8F6B-2127EBAA34A3}"/>
          </ac:inkMkLst>
        </pc:inkChg>
      </pc:sldChg>
      <pc:sldChg chg="delSp mod">
        <pc:chgData name="Blenkinsop, Alexandra M" userId="897cb152-de1c-447f-8df6-45993387043d" providerId="ADAL" clId="{4D54AA6F-FB4B-8548-9E81-51C8E66BFA71}" dt="2025-02-13T17:17:25.736" v="15" actId="478"/>
        <pc:sldMkLst>
          <pc:docMk/>
          <pc:sldMk cId="1785193920" sldId="286"/>
        </pc:sldMkLst>
        <pc:inkChg chg="del">
          <ac:chgData name="Blenkinsop, Alexandra M" userId="897cb152-de1c-447f-8df6-45993387043d" providerId="ADAL" clId="{4D54AA6F-FB4B-8548-9E81-51C8E66BFA71}" dt="2025-02-13T17:17:25.736" v="15" actId="478"/>
          <ac:inkMkLst>
            <pc:docMk/>
            <pc:sldMk cId="1785193920" sldId="286"/>
            <ac:inkMk id="4" creationId="{B419A961-1109-F903-2441-DD01AB19299F}"/>
          </ac:inkMkLst>
        </pc:inkChg>
      </pc:sldChg>
      <pc:sldChg chg="mod modShow">
        <pc:chgData name="Blenkinsop, Alexandra M" userId="897cb152-de1c-447f-8df6-45993387043d" providerId="ADAL" clId="{4D54AA6F-FB4B-8548-9E81-51C8E66BFA71}" dt="2025-02-13T13:32:36.012" v="12" actId="729"/>
        <pc:sldMkLst>
          <pc:docMk/>
          <pc:sldMk cId="3479162925" sldId="288"/>
        </pc:sldMkLst>
      </pc:sldChg>
      <pc:sldChg chg="mod modShow">
        <pc:chgData name="Blenkinsop, Alexandra M" userId="897cb152-de1c-447f-8df6-45993387043d" providerId="ADAL" clId="{4D54AA6F-FB4B-8548-9E81-51C8E66BFA71}" dt="2025-02-13T13:32:36.012" v="12" actId="729"/>
        <pc:sldMkLst>
          <pc:docMk/>
          <pc:sldMk cId="942000123" sldId="289"/>
        </pc:sldMkLst>
      </pc:sldChg>
      <pc:sldChg chg="mod modShow">
        <pc:chgData name="Blenkinsop, Alexandra M" userId="897cb152-de1c-447f-8df6-45993387043d" providerId="ADAL" clId="{4D54AA6F-FB4B-8548-9E81-51C8E66BFA71}" dt="2025-02-13T13:32:36.012" v="12" actId="729"/>
        <pc:sldMkLst>
          <pc:docMk/>
          <pc:sldMk cId="1576872548" sldId="291"/>
        </pc:sldMkLst>
      </pc:sldChg>
      <pc:sldChg chg="delSp mod">
        <pc:chgData name="Blenkinsop, Alexandra M" userId="897cb152-de1c-447f-8df6-45993387043d" providerId="ADAL" clId="{4D54AA6F-FB4B-8548-9E81-51C8E66BFA71}" dt="2025-02-13T17:17:22.568" v="14" actId="478"/>
        <pc:sldMkLst>
          <pc:docMk/>
          <pc:sldMk cId="614413183" sldId="294"/>
        </pc:sldMkLst>
        <pc:inkChg chg="del">
          <ac:chgData name="Blenkinsop, Alexandra M" userId="897cb152-de1c-447f-8df6-45993387043d" providerId="ADAL" clId="{4D54AA6F-FB4B-8548-9E81-51C8E66BFA71}" dt="2025-02-13T17:17:22.568" v="14" actId="478"/>
          <ac:inkMkLst>
            <pc:docMk/>
            <pc:sldMk cId="614413183" sldId="294"/>
            <ac:inkMk id="3" creationId="{843A79D9-B26E-8954-C9E9-85731865A945}"/>
          </ac:inkMkLst>
        </pc:inkChg>
      </pc:sldChg>
      <pc:sldChg chg="delSp mod">
        <pc:chgData name="Blenkinsop, Alexandra M" userId="897cb152-de1c-447f-8df6-45993387043d" providerId="ADAL" clId="{4D54AA6F-FB4B-8548-9E81-51C8E66BFA71}" dt="2025-02-13T17:17:17.432" v="13" actId="478"/>
        <pc:sldMkLst>
          <pc:docMk/>
          <pc:sldMk cId="1584604096" sldId="297"/>
        </pc:sldMkLst>
        <pc:inkChg chg="del">
          <ac:chgData name="Blenkinsop, Alexandra M" userId="897cb152-de1c-447f-8df6-45993387043d" providerId="ADAL" clId="{4D54AA6F-FB4B-8548-9E81-51C8E66BFA71}" dt="2025-02-13T17:17:17.432" v="13" actId="478"/>
          <ac:inkMkLst>
            <pc:docMk/>
            <pc:sldMk cId="1584604096" sldId="297"/>
            <ac:inkMk id="3" creationId="{678BC644-054D-1EE9-4E03-9B2BBC2D9A58}"/>
          </ac:inkMkLst>
        </pc:inkChg>
      </pc:sldChg>
      <pc:sldChg chg="del">
        <pc:chgData name="Blenkinsop, Alexandra M" userId="897cb152-de1c-447f-8df6-45993387043d" providerId="ADAL" clId="{4D54AA6F-FB4B-8548-9E81-51C8E66BFA71}" dt="2025-02-13T13:19:04.865" v="11" actId="2696"/>
        <pc:sldMkLst>
          <pc:docMk/>
          <pc:sldMk cId="1990771418" sldId="298"/>
        </pc:sldMkLst>
      </pc:sldChg>
      <pc:sldChg chg="delSp mod">
        <pc:chgData name="Blenkinsop, Alexandra M" userId="897cb152-de1c-447f-8df6-45993387043d" providerId="ADAL" clId="{4D54AA6F-FB4B-8548-9E81-51C8E66BFA71}" dt="2025-02-13T17:17:34.720" v="18" actId="478"/>
        <pc:sldMkLst>
          <pc:docMk/>
          <pc:sldMk cId="1313305433" sldId="299"/>
        </pc:sldMkLst>
        <pc:inkChg chg="del">
          <ac:chgData name="Blenkinsop, Alexandra M" userId="897cb152-de1c-447f-8df6-45993387043d" providerId="ADAL" clId="{4D54AA6F-FB4B-8548-9E81-51C8E66BFA71}" dt="2025-02-13T17:17:34.720" v="18" actId="478"/>
          <ac:inkMkLst>
            <pc:docMk/>
            <pc:sldMk cId="1313305433" sldId="299"/>
            <ac:inkMk id="4" creationId="{F3419398-5DBF-14C7-12DB-D2E20DEE327D}"/>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b="1">
                <a:solidFill>
                  <a:srgbClr val="003E74"/>
                </a:solidFill>
              </a:rPr>
              <a:t>Name of presentation</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6B0EE2D-335A-3546-9D75-E17F32E16FE9}" type="datetime3">
              <a:rPr lang="en-GB" smtClean="0">
                <a:solidFill>
                  <a:srgbClr val="003E74"/>
                </a:solidFill>
              </a:rPr>
              <a:t>12 February, 2026</a:t>
            </a:fld>
            <a:endParaRPr lang="en-US">
              <a:solidFill>
                <a:srgbClr val="003E74"/>
              </a:solidFill>
            </a:endParaRPr>
          </a:p>
        </p:txBody>
      </p:sp>
    </p:spTree>
    <p:extLst>
      <p:ext uri="{BB962C8B-B14F-4D97-AF65-F5344CB8AC3E}">
        <p14:creationId xmlns:p14="http://schemas.microsoft.com/office/powerpoint/2010/main" val="3306949037"/>
      </p:ext>
    </p:extLst>
  </p:cSld>
  <p:clrMap bg1="lt1" tx1="dk1" bg2="lt2" tx2="dk2" accent1="accent1" accent2="accent2" accent3="accent3" accent4="accent4" accent5="accent5" accent6="accent6" hlink="hlink" folHlink="folHlink"/>
  <p:hf sldNum="0" ftr="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g"/>
          <inkml:channel name="T" type="integer" max="2.14748E9" units="dev"/>
        </inkml:traceFormat>
        <inkml:channelProperties>
          <inkml:channelProperty channel="X" name="resolution" value="1462.8125" units="1/cm"/>
          <inkml:channelProperty channel="Y" name="resolution" value="2213.98657" units="1/cm"/>
          <inkml:channelProperty channel="F" name="resolution" value="22.75278" units="1/deg"/>
          <inkml:channelProperty channel="T" name="resolution" value="1" units="1/dev"/>
        </inkml:channelProperties>
      </inkml:inkSource>
      <inkml:timestamp xml:id="ts0" timeString="2024-02-15T16:02:02.415"/>
    </inkml:context>
    <inkml:brush xml:id="br0">
      <inkml:brushProperty name="width" value="0.05292" units="cm"/>
      <inkml:brushProperty name="height" value="0.05292" units="cm"/>
      <inkml:brushProperty name="color" value="#00B050"/>
    </inkml:brush>
  </inkml:definitions>
  <inkml:trace contextRef="#ctx0" brushRef="#br0">8101 7524 531 0,'0'-1'354'0,"2"1"96"16,-2 0-81-16,1-1-168 0,-1 0-60 15,1-1-3-15,2 2 0 0,-1-1-45 16,-1-2-45-16,1 2-15 0,-2 1 15 16,0 0 66-16,0 1 72 0,0-1 33 0,0 3 0 15,-2-3-18-15,2 0-9 16,0 0-24-16,0 0-45 0,0 0-3 0,-1 0-36 15,2 0-27-15,-1 0-27 0,-1 0-6 16,1 1-24-16,0-1-12 0,0 0-12 16,0 0-15-16,0 0-45 0,0 0-63 15,-2 3-84-15,-1-1-162 0,-1 4-549 0,2-4-700 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5T15:34:33.323"/>
    </inkml:context>
    <inkml:brush xml:id="br0">
      <inkml:brushProperty name="width" value="0.035" units="cm"/>
      <inkml:brushProperty name="height" value="0.035" units="cm"/>
      <inkml:brushProperty name="color" value="#008C3A"/>
    </inkml:brush>
  </inkml:definitions>
  <inkml:trace contextRef="#ctx0" brushRef="#br0">93 94 3600,'-13'-20'252,"-4"2"-96,-3-1-156,-22-17-1248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1">
                <a:solidFill>
                  <a:srgbClr val="003E74"/>
                </a:solidFill>
              </a:defRPr>
            </a:lvl1pPr>
          </a:lstStyle>
          <a:p>
            <a:r>
              <a:rPr lang="en-US"/>
              <a:t>Name of presentation</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rgbClr val="003E74"/>
                </a:solidFill>
              </a:defRPr>
            </a:lvl1pPr>
          </a:lstStyle>
          <a:p>
            <a:fld id="{8D35C32B-10D1-1447-A35B-280119DE9D12}" type="datetime3">
              <a:rPr lang="en-GB" smtClean="0"/>
              <a:pPr/>
              <a:t>12 February, 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33265648"/>
      </p:ext>
    </p:extLst>
  </p:cSld>
  <p:clrMap bg1="lt1" tx1="dk1" bg2="lt2" tx2="dk2" accent1="accent1" accent2="accent2" accent3="accent3" accent4="accent4" accent5="accent5" accent6="accent6" hlink="hlink" folHlink="folHlink"/>
  <p:hf sldNum="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1455404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1469374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811926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DC83-6EB5-B738-CC16-2E9D4A328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EEAC9-1393-BB41-F6AB-C7ABC4365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020EE-C053-692A-BEB9-886E1FB23515}"/>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43729BBB-2E55-882A-F257-6C182C47FD39}"/>
              </a:ext>
            </a:extLst>
          </p:cNvPr>
          <p:cNvSpPr>
            <a:spLocks noGrp="1"/>
          </p:cNvSpPr>
          <p:nvPr>
            <p:ph type="hdr" sz="quarter"/>
          </p:nvPr>
        </p:nvSpPr>
        <p:spPr/>
        <p:txBody>
          <a:bodyPr/>
          <a:lstStyle/>
          <a:p>
            <a:r>
              <a:rPr lang="en-US"/>
              <a:t>Name of presentation</a:t>
            </a:r>
          </a:p>
        </p:txBody>
      </p:sp>
      <p:sp>
        <p:nvSpPr>
          <p:cNvPr id="5" name="Date Placeholder 4">
            <a:extLst>
              <a:ext uri="{FF2B5EF4-FFF2-40B4-BE49-F238E27FC236}">
                <a16:creationId xmlns:a16="http://schemas.microsoft.com/office/drawing/2014/main" id="{73E8956E-EC74-0E50-392C-4328DC606C90}"/>
              </a:ext>
            </a:extLst>
          </p:cNvPr>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3911126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1235445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 </a:t>
            </a:r>
          </a:p>
          <a:p>
            <a:r>
              <a:rPr lang="en-US" dirty="0"/>
              <a:t>Again, comparing with time series….think back to the autocorrelation function. Or the standard deviation normalized version, the auto correlation</a:t>
            </a:r>
          </a:p>
          <a:p>
            <a:endParaRPr lang="en-US" dirty="0"/>
          </a:p>
          <a:p>
            <a:r>
              <a:rPr lang="en-US" dirty="0"/>
              <a:t>Here, we have the ACF at lag tau – an index.</a:t>
            </a:r>
          </a:p>
          <a:p>
            <a:endParaRPr lang="en-US" dirty="0"/>
          </a:p>
          <a:p>
            <a:r>
              <a:rPr lang="en-US" dirty="0"/>
              <a:t>We can estimate this from data; here is the unbiased sample estimate, sometimes call empirical autocovariance.</a:t>
            </a:r>
          </a:p>
          <a:p>
            <a:endParaRPr lang="en-US" dirty="0"/>
          </a:p>
          <a:p>
            <a:r>
              <a:rPr lang="en-US" dirty="0"/>
              <a:t>In both cases we have to assume second order stationary. Why? Well one way to see this is to examine an x-bar and mu -neither of these are indexed. They are constant overtime. This is one of the assumptions of stationarity if this is violated then these are more complicated and the calculation files.</a:t>
            </a:r>
          </a:p>
          <a:p>
            <a:endParaRPr lang="en-US" dirty="0"/>
          </a:p>
          <a:p>
            <a:r>
              <a:rPr lang="en-US" dirty="0"/>
              <a:t>Assuming we have satisfied, then we saw las week that the signs of ACF can indicate certain </a:t>
            </a:r>
            <a:r>
              <a:rPr lang="en-US" dirty="0" err="1"/>
              <a:t>behaviours</a:t>
            </a:r>
            <a:r>
              <a:rPr lang="en-US" dirty="0"/>
              <a:t>. There are limits to how far intuition can takes, but consider: to be positive, both factors (t, </a:t>
            </a:r>
            <a:r>
              <a:rPr lang="en-US" dirty="0" err="1"/>
              <a:t>t+tau</a:t>
            </a:r>
            <a:r>
              <a:rPr lang="en-US" dirty="0"/>
              <a:t>), need to be positive. To be large, in some sense, we need them to be high above the mean. This could look like trend, as you say in the lab, or it could look like a low order AR process.</a:t>
            </a:r>
          </a:p>
          <a:p>
            <a:endParaRPr lang="en-US" dirty="0"/>
          </a:p>
          <a:p>
            <a:r>
              <a:rPr lang="en-US" dirty="0"/>
              <a:t>A similar argument for the factors being having different signs, suggesting crossing the mean. This can signal periodicity.</a:t>
            </a:r>
          </a:p>
          <a:p>
            <a:endParaRPr lang="en-US" dirty="0"/>
          </a:p>
          <a:p>
            <a:r>
              <a:rPr lang="en-US" dirty="0"/>
              <a:t>Remember, the magnitude of the coefficient is critical – small values at all lags indicate white noise</a:t>
            </a:r>
          </a:p>
          <a:p>
            <a:r>
              <a:rPr lang="en-US" dirty="0"/>
              <a:t>Next slide</a:t>
            </a:r>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138034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2966480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2373923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p>
        </p:txBody>
      </p:sp>
      <p:sp>
        <p:nvSpPr>
          <p:cNvPr id="5" name="Date Placeholder 4"/>
          <p:cNvSpPr>
            <a:spLocks noGrp="1"/>
          </p:cNvSpPr>
          <p:nvPr>
            <p:ph type="dt" idx="1"/>
          </p:nvPr>
        </p:nvSpPr>
        <p:spPr/>
        <p:txBody>
          <a:bodyPr/>
          <a:lstStyle/>
          <a:p>
            <a:fld id="{8D35C32B-10D1-1447-A35B-280119DE9D12}" type="datetime3">
              <a:rPr lang="en-GB" smtClean="0"/>
              <a:pPr/>
              <a:t>12 February, 2026</a:t>
            </a:fld>
            <a:endParaRPr lang="en-US"/>
          </a:p>
        </p:txBody>
      </p:sp>
    </p:spTree>
    <p:extLst>
      <p:ext uri="{BB962C8B-B14F-4D97-AF65-F5344CB8AC3E}">
        <p14:creationId xmlns:p14="http://schemas.microsoft.com/office/powerpoint/2010/main" val="3177066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957124"/>
            <a:ext cx="6400800" cy="453385"/>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13" name="Title 12"/>
          <p:cNvSpPr>
            <a:spLocks noGrp="1"/>
          </p:cNvSpPr>
          <p:nvPr>
            <p:ph type="title"/>
          </p:nvPr>
        </p:nvSpPr>
        <p:spPr>
          <a:xfrm>
            <a:off x="457200" y="1572517"/>
            <a:ext cx="8229600" cy="857250"/>
          </a:xfrm>
        </p:spPr>
        <p:txBody>
          <a:bodyPr/>
          <a:lstStyle>
            <a:lvl1pPr algn="l">
              <a:defRPr sz="4000" b="0">
                <a:solidFill>
                  <a:srgbClr val="003E74"/>
                </a:solidFill>
              </a:defRPr>
            </a:lvl1pPr>
          </a:lstStyle>
          <a:p>
            <a:r>
              <a:rPr lang="en-GB"/>
              <a:t>Click to edit Master title style</a:t>
            </a:r>
            <a:endParaRPr lang="en-US"/>
          </a:p>
        </p:txBody>
      </p:sp>
      <p:sp>
        <p:nvSpPr>
          <p:cNvPr id="10" name="Text Placeholder 9"/>
          <p:cNvSpPr>
            <a:spLocks noGrp="1"/>
          </p:cNvSpPr>
          <p:nvPr>
            <p:ph type="body" sz="quarter" idx="11" hasCustomPrompt="1"/>
          </p:nvPr>
        </p:nvSpPr>
        <p:spPr>
          <a:xfrm>
            <a:off x="457200" y="3955186"/>
            <a:ext cx="6400800" cy="254858"/>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author name</a:t>
            </a:r>
            <a:endParaRPr lang="en-US"/>
          </a:p>
        </p:txBody>
      </p:sp>
      <p:sp>
        <p:nvSpPr>
          <p:cNvPr id="9"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3718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082581"/>
            <a:ext cx="3711608" cy="718386"/>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Title 12"/>
          <p:cNvSpPr>
            <a:spLocks noGrp="1"/>
          </p:cNvSpPr>
          <p:nvPr>
            <p:ph type="title"/>
          </p:nvPr>
        </p:nvSpPr>
        <p:spPr>
          <a:xfrm>
            <a:off x="457200" y="1159487"/>
            <a:ext cx="3711608" cy="1615001"/>
          </a:xfrm>
        </p:spPr>
        <p:txBody>
          <a:bodyPr/>
          <a:lstStyle>
            <a:lvl1pPr>
              <a:defRPr sz="4000" b="0">
                <a:solidFill>
                  <a:srgbClr val="003E74"/>
                </a:solidFill>
              </a:defRPr>
            </a:lvl1pPr>
          </a:lstStyle>
          <a:p>
            <a:r>
              <a:rPr lang="en-GB"/>
              <a:t>Click to edit Master title style</a:t>
            </a:r>
            <a:endParaRPr lang="en-US"/>
          </a:p>
        </p:txBody>
      </p:sp>
      <p:sp>
        <p:nvSpPr>
          <p:cNvPr id="5" name="Text Placeholder 9"/>
          <p:cNvSpPr>
            <a:spLocks noGrp="1"/>
          </p:cNvSpPr>
          <p:nvPr>
            <p:ph type="body" sz="quarter" idx="11" hasCustomPrompt="1"/>
          </p:nvPr>
        </p:nvSpPr>
        <p:spPr>
          <a:xfrm>
            <a:off x="457200" y="4118513"/>
            <a:ext cx="3601176" cy="254858"/>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author name</a:t>
            </a:r>
            <a:endParaRPr lang="en-US"/>
          </a:p>
        </p:txBody>
      </p:sp>
      <p:sp>
        <p:nvSpPr>
          <p:cNvPr id="7" name="Picture Placeholder 6"/>
          <p:cNvSpPr>
            <a:spLocks noGrp="1"/>
          </p:cNvSpPr>
          <p:nvPr>
            <p:ph type="pic" sz="quarter" idx="12"/>
          </p:nvPr>
        </p:nvSpPr>
        <p:spPr>
          <a:xfrm>
            <a:off x="4756151" y="1159669"/>
            <a:ext cx="3930650" cy="3213702"/>
          </a:xfrm>
        </p:spPr>
        <p:txBody>
          <a:bodyPr/>
          <a:lstStyle>
            <a:lvl1pPr>
              <a:buClr>
                <a:srgbClr val="0085CA"/>
              </a:buClr>
              <a:defRPr/>
            </a:lvl1pPr>
          </a:lstStyle>
          <a:p>
            <a:endParaRPr lang="en-US"/>
          </a:p>
        </p:txBody>
      </p:sp>
      <p:sp>
        <p:nvSpPr>
          <p:cNvPr id="11"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2" name="Text Placeholder 3"/>
          <p:cNvSpPr>
            <a:spLocks noGrp="1"/>
          </p:cNvSpPr>
          <p:nvPr>
            <p:ph type="body" sz="quarter" idx="13"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137203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3" name="Content Placeholder 2"/>
          <p:cNvSpPr>
            <a:spLocks noGrp="1"/>
          </p:cNvSpPr>
          <p:nvPr>
            <p:ph idx="1"/>
          </p:nvPr>
        </p:nvSpPr>
        <p:spPr>
          <a:xfrm>
            <a:off x="457200" y="1759936"/>
            <a:ext cx="8229600" cy="2613435"/>
          </a:xfrm>
        </p:spPr>
        <p:txBody>
          <a:bodyPr/>
          <a:lstStyle>
            <a:lvl1pPr>
              <a:buClr>
                <a:srgbClr val="0085CA"/>
              </a:buClr>
              <a:defRPr/>
            </a:lvl1pPr>
            <a:lvl2pPr>
              <a:buClr>
                <a:srgbClr val="0085CA"/>
              </a:buClr>
              <a:defRPr/>
            </a:lvl2pPr>
            <a:lvl3pPr>
              <a:buClr>
                <a:srgbClr val="0085CA"/>
              </a:buClr>
              <a:defRPr sz="1200"/>
            </a:lvl3pPr>
            <a:lvl4pPr>
              <a:buClr>
                <a:srgbClr val="0085CA"/>
              </a:buClr>
              <a:defRPr sz="1200"/>
            </a:lvl4pPr>
            <a:lvl5pPr>
              <a:buClr>
                <a:srgbClr val="0085CA"/>
              </a:buClr>
              <a:defRPr sz="1200">
                <a:latin typeface="+mn-lt"/>
              </a:defRPr>
            </a:lvl5pPr>
            <a:lvl6pPr marL="2286000" indent="0">
              <a:buNone/>
              <a:defRPr sz="1400" baseline="0">
                <a:latin typeface="+mn-lt"/>
              </a:defRPr>
            </a:lvl6pPr>
            <a:lvl7pPr>
              <a:defRPr/>
            </a:lvl7pPr>
            <a:lvl8pPr>
              <a:defRPr/>
            </a:lvl8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9"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1569259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10"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lvl1pPr>
              <a:defRPr sz="2400"/>
            </a:lvl1pPr>
          </a:lstStyle>
          <a:p>
            <a:r>
              <a:rPr lang="en-GB"/>
              <a:t>Click to edit Master title style</a:t>
            </a:r>
            <a:endParaRPr lang="en-US"/>
          </a:p>
        </p:txBody>
      </p:sp>
      <p:sp>
        <p:nvSpPr>
          <p:cNvPr id="12" name="Content Placeholder 2"/>
          <p:cNvSpPr>
            <a:spLocks noGrp="1"/>
          </p:cNvSpPr>
          <p:nvPr>
            <p:ph idx="12"/>
          </p:nvPr>
        </p:nvSpPr>
        <p:spPr>
          <a:xfrm>
            <a:off x="4735923" y="1759936"/>
            <a:ext cx="3950878"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4" name="Text Placeholder 3"/>
          <p:cNvSpPr>
            <a:spLocks noGrp="1"/>
          </p:cNvSpPr>
          <p:nvPr>
            <p:ph type="body" sz="quarter" idx="13"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2622752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p:cNvSpPr>
            <a:spLocks noGrp="1"/>
          </p:cNvSpPr>
          <p:nvPr>
            <p:ph type="title"/>
          </p:nvPr>
        </p:nvSpPr>
        <p:spPr>
          <a:xfrm>
            <a:off x="457200" y="1115931"/>
            <a:ext cx="8229600" cy="380667"/>
          </a:xfrm>
        </p:spPr>
        <p:txBody>
          <a:bodyPr/>
          <a:lstStyle>
            <a:lvl1pPr>
              <a:defRPr sz="2400"/>
            </a:lvl1pPr>
          </a:lstStyle>
          <a:p>
            <a:r>
              <a:rPr lang="en-GB"/>
              <a:t>Click to edit Master title style</a:t>
            </a:r>
            <a:endParaRPr lang="en-US"/>
          </a:p>
        </p:txBody>
      </p:sp>
      <p:sp>
        <p:nvSpPr>
          <p:cNvPr id="6" name="Content Placeholder 2"/>
          <p:cNvSpPr>
            <a:spLocks noGrp="1"/>
          </p:cNvSpPr>
          <p:nvPr>
            <p:ph idx="12" hasCustomPrompt="1"/>
          </p:nvPr>
        </p:nvSpPr>
        <p:spPr>
          <a:xfrm>
            <a:off x="4735923" y="1759936"/>
            <a:ext cx="3950878" cy="1948997"/>
          </a:xfrm>
        </p:spPr>
        <p:txBody>
          <a:bodyPr/>
          <a:lstStyle>
            <a:lvl1pPr marL="0" indent="0">
              <a:buClr>
                <a:srgbClr val="0085CA"/>
              </a:buClr>
              <a:buNone/>
              <a:defRPr sz="2800" b="0" i="1" baseline="0">
                <a:solidFill>
                  <a:srgbClr val="003E74"/>
                </a:solidFill>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add a quote”</a:t>
            </a:r>
            <a:endParaRPr lang="en-US"/>
          </a:p>
        </p:txBody>
      </p:sp>
      <p:sp>
        <p:nvSpPr>
          <p:cNvPr id="8" name="Text Placeholder 12"/>
          <p:cNvSpPr>
            <a:spLocks noGrp="1"/>
          </p:cNvSpPr>
          <p:nvPr>
            <p:ph type="body" sz="quarter" idx="14" hasCustomPrompt="1"/>
          </p:nvPr>
        </p:nvSpPr>
        <p:spPr>
          <a:xfrm>
            <a:off x="4735514" y="3890251"/>
            <a:ext cx="3951287" cy="483120"/>
          </a:xfrm>
        </p:spPr>
        <p:txBody>
          <a:bodyPr/>
          <a:lstStyle>
            <a:lvl1pPr marL="0" marR="0" indent="0" algn="l" defTabSz="457200" rtl="0" eaLnBrk="1" fontAlgn="auto" latinLnBrk="0" hangingPunct="1">
              <a:lnSpc>
                <a:spcPct val="100000"/>
              </a:lnSpc>
              <a:spcBef>
                <a:spcPct val="20000"/>
              </a:spcBef>
              <a:spcAft>
                <a:spcPts val="0"/>
              </a:spcAft>
              <a:buClr>
                <a:srgbClr val="0085CA"/>
              </a:buClr>
              <a:buSzTx/>
              <a:buFont typeface="Arial"/>
              <a:buNone/>
              <a:tabLst/>
              <a:defRPr sz="1200" baseline="0">
                <a:solidFill>
                  <a:srgbClr val="0085CA"/>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457200" rtl="0" eaLnBrk="1" fontAlgn="auto" latinLnBrk="0" hangingPunct="1">
              <a:lnSpc>
                <a:spcPct val="100000"/>
              </a:lnSpc>
              <a:spcBef>
                <a:spcPct val="20000"/>
              </a:spcBef>
              <a:spcAft>
                <a:spcPts val="0"/>
              </a:spcAft>
              <a:buClr>
                <a:srgbClr val="0085CA"/>
              </a:buClr>
              <a:buSzTx/>
              <a:buFont typeface="Arial"/>
              <a:buNone/>
              <a:tabLst/>
              <a:defRPr/>
            </a:pPr>
            <a:r>
              <a:rPr lang="en-GB"/>
              <a:t>Click to add quote attribution</a:t>
            </a:r>
            <a:endParaRPr lang="en-US"/>
          </a:p>
        </p:txBody>
      </p:sp>
      <p:sp>
        <p:nvSpPr>
          <p:cNvPr id="10"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1" name="Text Placeholder 3"/>
          <p:cNvSpPr>
            <a:spLocks noGrp="1"/>
          </p:cNvSpPr>
          <p:nvPr>
            <p:ph type="body" sz="quarter" idx="15"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312802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wo columns with imag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itle 1"/>
          <p:cNvSpPr>
            <a:spLocks noGrp="1"/>
          </p:cNvSpPr>
          <p:nvPr>
            <p:ph type="title"/>
          </p:nvPr>
        </p:nvSpPr>
        <p:spPr>
          <a:xfrm>
            <a:off x="457200" y="1115931"/>
            <a:ext cx="8229600" cy="380667"/>
          </a:xfrm>
        </p:spPr>
        <p:txBody>
          <a:bodyPr/>
          <a:lstStyle>
            <a:lvl1pPr>
              <a:defRPr sz="2400"/>
            </a:lvl1pPr>
          </a:lstStyle>
          <a:p>
            <a:r>
              <a:rPr lang="en-GB"/>
              <a:t>Click to edit Master title style</a:t>
            </a:r>
            <a:endParaRPr lang="en-US"/>
          </a:p>
        </p:txBody>
      </p:sp>
      <p:sp>
        <p:nvSpPr>
          <p:cNvPr id="9" name="Picture Placeholder 8"/>
          <p:cNvSpPr>
            <a:spLocks noGrp="1"/>
          </p:cNvSpPr>
          <p:nvPr>
            <p:ph type="pic" sz="quarter" idx="13"/>
          </p:nvPr>
        </p:nvSpPr>
        <p:spPr>
          <a:xfrm>
            <a:off x="4735514" y="1759937"/>
            <a:ext cx="3951287" cy="1976608"/>
          </a:xfrm>
        </p:spPr>
        <p:txBody>
          <a:bodyPr/>
          <a:lstStyle>
            <a:lvl1pPr>
              <a:buClr>
                <a:srgbClr val="0085CA"/>
              </a:buClr>
              <a:defRPr/>
            </a:lvl1pPr>
          </a:lstStyle>
          <a:p>
            <a:endParaRPr lang="en-US"/>
          </a:p>
        </p:txBody>
      </p:sp>
      <p:sp>
        <p:nvSpPr>
          <p:cNvPr id="13" name="Text Placeholder 12"/>
          <p:cNvSpPr>
            <a:spLocks noGrp="1"/>
          </p:cNvSpPr>
          <p:nvPr>
            <p:ph type="body" sz="quarter" idx="14" hasCustomPrompt="1"/>
          </p:nvPr>
        </p:nvSpPr>
        <p:spPr>
          <a:xfrm>
            <a:off x="4735514" y="3942710"/>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
        <p:nvSpPr>
          <p:cNvPr id="8"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84725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image/media and caption">
    <p:spTree>
      <p:nvGrpSpPr>
        <p:cNvPr id="1" name=""/>
        <p:cNvGrpSpPr/>
        <p:nvPr/>
      </p:nvGrpSpPr>
      <p:grpSpPr>
        <a:xfrm>
          <a:off x="0" y="0"/>
          <a:ext cx="0" cy="0"/>
          <a:chOff x="0" y="0"/>
          <a:chExt cx="0" cy="0"/>
        </a:xfrm>
      </p:grpSpPr>
      <p:sp>
        <p:nvSpPr>
          <p:cNvPr id="7" name="Picture Placeholder 8"/>
          <p:cNvSpPr>
            <a:spLocks noGrp="1"/>
          </p:cNvSpPr>
          <p:nvPr>
            <p:ph type="pic" sz="quarter" idx="13"/>
          </p:nvPr>
        </p:nvSpPr>
        <p:spPr>
          <a:xfrm>
            <a:off x="457200" y="1115931"/>
            <a:ext cx="8229601" cy="2639020"/>
          </a:xfrm>
        </p:spPr>
        <p:txBody>
          <a:bodyPr/>
          <a:lstStyle>
            <a:lvl1pPr>
              <a:buClr>
                <a:srgbClr val="0085CA"/>
              </a:buClr>
              <a:defRPr/>
            </a:lvl1pPr>
          </a:lstStyle>
          <a:p>
            <a:endParaRPr lang="en-US"/>
          </a:p>
        </p:txBody>
      </p:sp>
      <p:sp>
        <p:nvSpPr>
          <p:cNvPr id="9"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
        <p:nvSpPr>
          <p:cNvPr id="12" name="Text Placeholder 12"/>
          <p:cNvSpPr>
            <a:spLocks noGrp="1"/>
          </p:cNvSpPr>
          <p:nvPr>
            <p:ph type="body" sz="quarter" idx="14" hasCustomPrompt="1"/>
          </p:nvPr>
        </p:nvSpPr>
        <p:spPr>
          <a:xfrm>
            <a:off x="457200" y="3945465"/>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Tree>
    <p:extLst>
      <p:ext uri="{BB962C8B-B14F-4D97-AF65-F5344CB8AC3E}">
        <p14:creationId xmlns:p14="http://schemas.microsoft.com/office/powerpoint/2010/main" val="392955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ple images/media and caption">
    <p:spTree>
      <p:nvGrpSpPr>
        <p:cNvPr id="1" name=""/>
        <p:cNvGrpSpPr/>
        <p:nvPr/>
      </p:nvGrpSpPr>
      <p:grpSpPr>
        <a:xfrm>
          <a:off x="0" y="0"/>
          <a:ext cx="0" cy="0"/>
          <a:chOff x="0" y="0"/>
          <a:chExt cx="0" cy="0"/>
        </a:xfrm>
      </p:grpSpPr>
      <p:sp>
        <p:nvSpPr>
          <p:cNvPr id="5" name="Picture Placeholder 8"/>
          <p:cNvSpPr>
            <a:spLocks noGrp="1"/>
          </p:cNvSpPr>
          <p:nvPr>
            <p:ph type="pic" sz="quarter" idx="13"/>
          </p:nvPr>
        </p:nvSpPr>
        <p:spPr>
          <a:xfrm>
            <a:off x="457200" y="1115931"/>
            <a:ext cx="3951287" cy="2611410"/>
          </a:xfrm>
        </p:spPr>
        <p:txBody>
          <a:bodyPr/>
          <a:lstStyle>
            <a:lvl1pPr>
              <a:buClr>
                <a:srgbClr val="0085CA"/>
              </a:buClr>
              <a:defRPr/>
            </a:lvl1pPr>
          </a:lstStyle>
          <a:p>
            <a:endParaRPr lang="en-US"/>
          </a:p>
        </p:txBody>
      </p:sp>
      <p:sp>
        <p:nvSpPr>
          <p:cNvPr id="6" name="Text Placeholder 12"/>
          <p:cNvSpPr>
            <a:spLocks noGrp="1"/>
          </p:cNvSpPr>
          <p:nvPr>
            <p:ph type="body" sz="quarter" idx="14" hasCustomPrompt="1"/>
          </p:nvPr>
        </p:nvSpPr>
        <p:spPr>
          <a:xfrm>
            <a:off x="457200" y="3945465"/>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add caption</a:t>
            </a:r>
            <a:endParaRPr lang="en-US"/>
          </a:p>
        </p:txBody>
      </p:sp>
      <p:sp>
        <p:nvSpPr>
          <p:cNvPr id="7" name="Picture Placeholder 8"/>
          <p:cNvSpPr>
            <a:spLocks noGrp="1"/>
          </p:cNvSpPr>
          <p:nvPr>
            <p:ph type="pic" sz="quarter" idx="15"/>
          </p:nvPr>
        </p:nvSpPr>
        <p:spPr>
          <a:xfrm>
            <a:off x="4735514" y="1115932"/>
            <a:ext cx="3951287" cy="1479401"/>
          </a:xfrm>
        </p:spPr>
        <p:txBody>
          <a:bodyPr/>
          <a:lstStyle>
            <a:lvl1pPr>
              <a:buClr>
                <a:srgbClr val="0085CA"/>
              </a:buClr>
              <a:defRPr/>
            </a:lvl1pPr>
          </a:lstStyle>
          <a:p>
            <a:endParaRPr lang="en-US"/>
          </a:p>
        </p:txBody>
      </p:sp>
      <p:sp>
        <p:nvSpPr>
          <p:cNvPr id="9" name="Picture Placeholder 8"/>
          <p:cNvSpPr>
            <a:spLocks noGrp="1"/>
          </p:cNvSpPr>
          <p:nvPr>
            <p:ph type="pic" sz="quarter" idx="16"/>
          </p:nvPr>
        </p:nvSpPr>
        <p:spPr>
          <a:xfrm>
            <a:off x="4735514" y="2816214"/>
            <a:ext cx="3951287" cy="1557158"/>
          </a:xfrm>
        </p:spPr>
        <p:txBody>
          <a:bodyPr/>
          <a:lstStyle>
            <a:lvl1pPr>
              <a:buClr>
                <a:srgbClr val="0085CA"/>
              </a:buClr>
              <a:defRPr/>
            </a:lvl1pPr>
          </a:lstStyle>
          <a:p>
            <a:endParaRPr lang="en-US"/>
          </a:p>
        </p:txBody>
      </p:sp>
      <p:sp>
        <p:nvSpPr>
          <p:cNvPr id="8"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125034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a:t>Click to edit presentation title</a:t>
            </a:r>
            <a:endParaRPr lang="en-US"/>
          </a:p>
        </p:txBody>
      </p:sp>
      <p:sp>
        <p:nvSpPr>
          <p:cNvPr id="7"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a:t>Click to add the date</a:t>
            </a:r>
          </a:p>
        </p:txBody>
      </p:sp>
    </p:spTree>
    <p:extLst>
      <p:ext uri="{BB962C8B-B14F-4D97-AF65-F5344CB8AC3E}">
        <p14:creationId xmlns:p14="http://schemas.microsoft.com/office/powerpoint/2010/main" val="40672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College_Powerpoint_Background_16-9.png"/>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9135879" cy="5143500"/>
          </a:xfrm>
          <a:prstGeom prst="rect">
            <a:avLst/>
          </a:prstGeom>
        </p:spPr>
      </p:pic>
      <p:sp>
        <p:nvSpPr>
          <p:cNvPr id="3" name="Text Placeholder 2"/>
          <p:cNvSpPr>
            <a:spLocks noGrp="1"/>
          </p:cNvSpPr>
          <p:nvPr>
            <p:ph type="body" idx="1"/>
          </p:nvPr>
        </p:nvSpPr>
        <p:spPr>
          <a:xfrm>
            <a:off x="457200" y="1759936"/>
            <a:ext cx="8229600" cy="2613435"/>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457200" y="1115931"/>
            <a:ext cx="8229600" cy="380667"/>
          </a:xfrm>
          <a:prstGeom prst="rect">
            <a:avLst/>
          </a:prstGeom>
        </p:spPr>
        <p:txBody>
          <a:bodyPr vert="horz" lIns="0" tIns="45720" rIns="0" bIns="0" rtlCol="0" anchor="ctr">
            <a:noAutofit/>
          </a:bodyPr>
          <a:lstStyle/>
          <a:p>
            <a:r>
              <a:rPr lang="en-GB"/>
              <a:t>Click to edit Master title style</a:t>
            </a:r>
            <a:endParaRPr lang="en-US"/>
          </a:p>
        </p:txBody>
      </p:sp>
    </p:spTree>
    <p:extLst>
      <p:ext uri="{BB962C8B-B14F-4D97-AF65-F5344CB8AC3E}">
        <p14:creationId xmlns:p14="http://schemas.microsoft.com/office/powerpoint/2010/main" val="258537281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52" r:id="rId4"/>
    <p:sldLayoutId id="2147483660" r:id="rId5"/>
    <p:sldLayoutId id="2147483657" r:id="rId6"/>
    <p:sldLayoutId id="2147483658" r:id="rId7"/>
    <p:sldLayoutId id="2147483659" r:id="rId8"/>
    <p:sldLayoutId id="2147483655" r:id="rId9"/>
  </p:sldLayoutIdLst>
  <p:hf hdr="0"/>
  <p:txStyles>
    <p:titleStyle>
      <a:lvl1pPr algn="l" defTabSz="457200" rtl="0" eaLnBrk="1" latinLnBrk="0" hangingPunct="1">
        <a:spcBef>
          <a:spcPct val="0"/>
        </a:spcBef>
        <a:buNone/>
        <a:defRPr sz="2400" b="1" kern="1200">
          <a:solidFill>
            <a:srgbClr val="0085CA"/>
          </a:solidFill>
          <a:latin typeface="Arial"/>
          <a:ea typeface="+mj-ea"/>
          <a:cs typeface="Arial"/>
        </a:defRPr>
      </a:lvl1pPr>
    </p:titleStyle>
    <p:body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customXml" Target="../ink/ink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57200" y="3082581"/>
            <a:ext cx="8229600" cy="718386"/>
          </a:xfrm>
        </p:spPr>
        <p:txBody>
          <a:bodyPr/>
          <a:lstStyle/>
          <a:p>
            <a:r>
              <a:rPr lang="en-US" dirty="0"/>
              <a:t>Live Q&amp;A – 12 February 2026</a:t>
            </a:r>
          </a:p>
        </p:txBody>
      </p:sp>
      <p:sp>
        <p:nvSpPr>
          <p:cNvPr id="3" name="Title 2"/>
          <p:cNvSpPr>
            <a:spLocks noGrp="1"/>
          </p:cNvSpPr>
          <p:nvPr>
            <p:ph type="title"/>
          </p:nvPr>
        </p:nvSpPr>
        <p:spPr>
          <a:xfrm>
            <a:off x="457200" y="1159487"/>
            <a:ext cx="8229600" cy="1615001"/>
          </a:xfrm>
        </p:spPr>
        <p:txBody>
          <a:bodyPr/>
          <a:lstStyle/>
          <a:p>
            <a:r>
              <a:rPr lang="en-GB"/>
              <a:t>Spatial Data</a:t>
            </a:r>
            <a:endParaRPr lang="en-US"/>
          </a:p>
        </p:txBody>
      </p:sp>
      <p:sp>
        <p:nvSpPr>
          <p:cNvPr id="4" name="Text Placeholder 3"/>
          <p:cNvSpPr>
            <a:spLocks noGrp="1"/>
          </p:cNvSpPr>
          <p:nvPr>
            <p:ph type="body" sz="quarter" idx="11"/>
          </p:nvPr>
        </p:nvSpPr>
        <p:spPr/>
        <p:txBody>
          <a:bodyPr/>
          <a:lstStyle/>
          <a:p>
            <a:r>
              <a:rPr lang="en-US" dirty="0"/>
              <a:t>Niall Adams</a:t>
            </a:r>
          </a:p>
        </p:txBody>
      </p:sp>
      <p:sp>
        <p:nvSpPr>
          <p:cNvPr id="12" name="Text Placeholder 5">
            <a:extLst>
              <a:ext uri="{FF2B5EF4-FFF2-40B4-BE49-F238E27FC236}">
                <a16:creationId xmlns:a16="http://schemas.microsoft.com/office/drawing/2014/main" id="{C5968F9C-7F5E-40C2-8D88-9D11D7D560EF}"/>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13" name="Text Placeholder 4">
            <a:extLst>
              <a:ext uri="{FF2B5EF4-FFF2-40B4-BE49-F238E27FC236}">
                <a16:creationId xmlns:a16="http://schemas.microsoft.com/office/drawing/2014/main" id="{2F7F4247-E1BB-439A-BD01-D87BBB324AF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spTree>
    <p:extLst>
      <p:ext uri="{BB962C8B-B14F-4D97-AF65-F5344CB8AC3E}">
        <p14:creationId xmlns:p14="http://schemas.microsoft.com/office/powerpoint/2010/main" val="2579516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a:t>Outline</a:t>
            </a:r>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sp>
        <p:nvSpPr>
          <p:cNvPr id="7" name="Content Placeholder 2">
            <a:extLst>
              <a:ext uri="{FF2B5EF4-FFF2-40B4-BE49-F238E27FC236}">
                <a16:creationId xmlns:a16="http://schemas.microsoft.com/office/drawing/2014/main" id="{7168CDA5-DDAA-401B-A343-84985A4E3925}"/>
              </a:ext>
            </a:extLst>
          </p:cNvPr>
          <p:cNvSpPr>
            <a:spLocks noGrp="1"/>
          </p:cNvSpPr>
          <p:nvPr>
            <p:ph idx="1"/>
          </p:nvPr>
        </p:nvSpPr>
        <p:spPr>
          <a:xfrm>
            <a:off x="457200" y="1759936"/>
            <a:ext cx="7308056" cy="2613435"/>
          </a:xfrm>
        </p:spPr>
        <p:txBody>
          <a:bodyPr/>
          <a:lstStyle/>
          <a:p>
            <a:r>
              <a:rPr lang="en-US" dirty="0"/>
              <a:t>Dependence structures in time series &amp; spatial data</a:t>
            </a:r>
          </a:p>
          <a:p>
            <a:pPr lvl="1"/>
            <a:r>
              <a:rPr lang="en-US" sz="1400" dirty="0"/>
              <a:t>Temporal autocorrelation</a:t>
            </a:r>
          </a:p>
          <a:p>
            <a:pPr lvl="1"/>
            <a:r>
              <a:rPr lang="en-US" sz="1400" dirty="0"/>
              <a:t>Spatial autocorrelation</a:t>
            </a:r>
          </a:p>
          <a:p>
            <a:pPr lvl="1"/>
            <a:r>
              <a:rPr lang="en-US" sz="1400" dirty="0"/>
              <a:t>The (semi)variogram</a:t>
            </a:r>
          </a:p>
          <a:p>
            <a:pPr lvl="1"/>
            <a:endParaRPr lang="en-US" sz="1400" dirty="0"/>
          </a:p>
          <a:p>
            <a:r>
              <a:rPr lang="en-US" dirty="0"/>
              <a:t>Guest Speaker: </a:t>
            </a:r>
            <a:r>
              <a:rPr lang="en-US" dirty="0">
                <a:solidFill>
                  <a:srgbClr val="FF0000"/>
                </a:solidFill>
              </a:rPr>
              <a:t>David Kenyon</a:t>
            </a:r>
            <a:r>
              <a:rPr lang="en-US" dirty="0"/>
              <a:t>, Senior Manager, Advanced Analytics, </a:t>
            </a:r>
            <a:r>
              <a:rPr lang="en-US" dirty="0" err="1"/>
              <a:t>CompareTheMarket</a:t>
            </a:r>
            <a:endParaRPr lang="en-US" dirty="0"/>
          </a:p>
          <a:p>
            <a:endParaRPr lang="en-US" dirty="0"/>
          </a:p>
          <a:p>
            <a:endParaRPr lang="en-US"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68E298C-76A3-E51E-7D47-74E45B2E9D18}"/>
                  </a:ext>
                </a:extLst>
              </p14:cNvPr>
              <p14:cNvContentPartPr/>
              <p14:nvPr/>
            </p14:nvContentPartPr>
            <p14:xfrm>
              <a:off x="2915640" y="2705040"/>
              <a:ext cx="5400" cy="6840"/>
            </p14:xfrm>
          </p:contentPart>
        </mc:Choice>
        <mc:Fallback xmlns="">
          <p:pic>
            <p:nvPicPr>
              <p:cNvPr id="3" name="Ink 2">
                <a:extLst>
                  <a:ext uri="{FF2B5EF4-FFF2-40B4-BE49-F238E27FC236}">
                    <a16:creationId xmlns:a16="http://schemas.microsoft.com/office/drawing/2014/main" id="{868E298C-76A3-E51E-7D47-74E45B2E9D18}"/>
                  </a:ext>
                </a:extLst>
              </p:cNvPr>
              <p:cNvPicPr/>
              <p:nvPr/>
            </p:nvPicPr>
            <p:blipFill>
              <a:blip r:embed="rId4"/>
              <a:stretch>
                <a:fillRect/>
              </a:stretch>
            </p:blipFill>
            <p:spPr>
              <a:xfrm>
                <a:off x="2906280" y="2695680"/>
                <a:ext cx="24120" cy="25560"/>
              </a:xfrm>
              <a:prstGeom prst="rect">
                <a:avLst/>
              </a:prstGeom>
            </p:spPr>
          </p:pic>
        </mc:Fallback>
      </mc:AlternateContent>
    </p:spTree>
    <p:extLst>
      <p:ext uri="{BB962C8B-B14F-4D97-AF65-F5344CB8AC3E}">
        <p14:creationId xmlns:p14="http://schemas.microsoft.com/office/powerpoint/2010/main" val="1740647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3EE78-970B-2623-B751-B41318464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37B0C-C107-5E45-85EA-7A1524D7BD19}"/>
              </a:ext>
            </a:extLst>
          </p:cNvPr>
          <p:cNvSpPr>
            <a:spLocks noGrp="1"/>
          </p:cNvSpPr>
          <p:nvPr>
            <p:ph type="title"/>
          </p:nvPr>
        </p:nvSpPr>
        <p:spPr>
          <a:xfrm>
            <a:off x="457200" y="1115931"/>
            <a:ext cx="8229600" cy="380667"/>
          </a:xfrm>
        </p:spPr>
        <p:txBody>
          <a:bodyPr/>
          <a:lstStyle/>
          <a:p>
            <a:r>
              <a:rPr lang="en-US" dirty="0"/>
              <a:t>First, a question…</a:t>
            </a:r>
          </a:p>
        </p:txBody>
      </p:sp>
      <p:sp>
        <p:nvSpPr>
          <p:cNvPr id="10" name="Text Placeholder 5">
            <a:extLst>
              <a:ext uri="{FF2B5EF4-FFF2-40B4-BE49-F238E27FC236}">
                <a16:creationId xmlns:a16="http://schemas.microsoft.com/office/drawing/2014/main" id="{A4DF7FD5-155E-C439-E03C-512CE25184FA}"/>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8ADEBAA7-F2B6-8D85-405C-9531079ACB8D}"/>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pic>
        <p:nvPicPr>
          <p:cNvPr id="9" name="Picture 8">
            <a:extLst>
              <a:ext uri="{FF2B5EF4-FFF2-40B4-BE49-F238E27FC236}">
                <a16:creationId xmlns:a16="http://schemas.microsoft.com/office/drawing/2014/main" id="{B0E21492-1672-593F-D03D-50A9809CC82B}"/>
              </a:ext>
            </a:extLst>
          </p:cNvPr>
          <p:cNvPicPr>
            <a:picLocks noChangeAspect="1"/>
          </p:cNvPicPr>
          <p:nvPr/>
        </p:nvPicPr>
        <p:blipFill>
          <a:blip r:embed="rId3"/>
          <a:srcRect l="3234" t="35453" b="34649"/>
          <a:stretch>
            <a:fillRect/>
          </a:stretch>
        </p:blipFill>
        <p:spPr>
          <a:xfrm>
            <a:off x="644054" y="1895107"/>
            <a:ext cx="7268880" cy="2267633"/>
          </a:xfrm>
          <a:prstGeom prst="rect">
            <a:avLst/>
          </a:prstGeom>
        </p:spPr>
      </p:pic>
    </p:spTree>
    <p:extLst>
      <p:ext uri="{BB962C8B-B14F-4D97-AF65-F5344CB8AC3E}">
        <p14:creationId xmlns:p14="http://schemas.microsoft.com/office/powerpoint/2010/main" val="404022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2B1B-B0F5-1656-2874-DA5F9BF48F3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F50C74E-3664-D475-002C-8D4D518AAFE8}"/>
              </a:ext>
            </a:extLst>
          </p:cNvPr>
          <p:cNvPicPr>
            <a:picLocks noChangeAspect="1"/>
          </p:cNvPicPr>
          <p:nvPr/>
        </p:nvPicPr>
        <p:blipFill>
          <a:blip r:embed="rId3"/>
          <a:srcRect/>
          <a:stretch/>
        </p:blipFill>
        <p:spPr>
          <a:xfrm>
            <a:off x="5479440" y="1526080"/>
            <a:ext cx="3586304" cy="2304172"/>
          </a:xfrm>
          <a:prstGeom prst="rect">
            <a:avLst/>
          </a:prstGeom>
        </p:spPr>
      </p:pic>
      <p:sp>
        <p:nvSpPr>
          <p:cNvPr id="2" name="Title 1">
            <a:extLst>
              <a:ext uri="{FF2B5EF4-FFF2-40B4-BE49-F238E27FC236}">
                <a16:creationId xmlns:a16="http://schemas.microsoft.com/office/drawing/2014/main" id="{59949F1A-9018-6823-E851-B80B5612CF39}"/>
              </a:ext>
            </a:extLst>
          </p:cNvPr>
          <p:cNvSpPr>
            <a:spLocks noGrp="1"/>
          </p:cNvSpPr>
          <p:nvPr>
            <p:ph type="title"/>
          </p:nvPr>
        </p:nvSpPr>
        <p:spPr>
          <a:xfrm>
            <a:off x="457200" y="1115931"/>
            <a:ext cx="8229600" cy="380667"/>
          </a:xfrm>
        </p:spPr>
        <p:txBody>
          <a:bodyPr/>
          <a:lstStyle/>
          <a:p>
            <a:r>
              <a:rPr lang="en-US"/>
              <a:t>Temporal &amp; Spatial Data – Observed Random Processes</a:t>
            </a:r>
          </a:p>
        </p:txBody>
      </p:sp>
      <p:sp>
        <p:nvSpPr>
          <p:cNvPr id="10" name="Text Placeholder 5">
            <a:extLst>
              <a:ext uri="{FF2B5EF4-FFF2-40B4-BE49-F238E27FC236}">
                <a16:creationId xmlns:a16="http://schemas.microsoft.com/office/drawing/2014/main" id="{C701C7C9-2F26-1E48-9332-4FA469D99877}"/>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60957AAE-8C2C-DBB9-DBD0-D20F21D66A56}"/>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4F25DCD2-AD92-E6F0-70BB-9ABE6936DF5C}"/>
                  </a:ext>
                </a:extLst>
              </p:cNvPr>
              <p:cNvSpPr>
                <a:spLocks noGrp="1"/>
              </p:cNvSpPr>
              <p:nvPr>
                <p:ph idx="1"/>
              </p:nvPr>
            </p:nvSpPr>
            <p:spPr>
              <a:xfrm>
                <a:off x="464633" y="1759936"/>
                <a:ext cx="6694450" cy="2613435"/>
              </a:xfrm>
            </p:spPr>
            <p:txBody>
              <a:bodyPr/>
              <a:lstStyle/>
              <a:p>
                <a:r>
                  <a:rPr lang="en-US"/>
                  <a:t>Time series: </a:t>
                </a:r>
              </a:p>
              <a:p>
                <a:pPr lvl="1"/>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1</m:t>
                        </m:r>
                      </m:sub>
                    </m:sSub>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𝑁</m:t>
                        </m:r>
                      </m:sub>
                    </m:sSub>
                  </m:oMath>
                </a14:m>
                <a:r>
                  <a:rPr lang="en-US" sz="1600"/>
                  <a:t> are observed values of </a:t>
                </a:r>
                <a14:m>
                  <m:oMath xmlns:m="http://schemas.openxmlformats.org/officeDocument/2006/math">
                    <m:sSubSup>
                      <m:sSubSupPr>
                        <m:ctrlPr>
                          <a:rPr lang="en-GB" sz="1600" b="0" i="1" smtClean="0">
                            <a:latin typeface="Cambria Math" panose="02040503050406030204" pitchFamily="18" charset="0"/>
                          </a:rPr>
                        </m:ctrlPr>
                      </m:sSubSupPr>
                      <m:e>
                        <m:d>
                          <m:dPr>
                            <m:begChr m:val="{"/>
                            <m:endChr m:val="}"/>
                            <m:ctrlPr>
                              <a:rPr lang="en-GB" sz="1600" b="0" i="1" smtClean="0">
                                <a:latin typeface="Cambria Math" panose="02040503050406030204" pitchFamily="18" charset="0"/>
                              </a:rPr>
                            </m:ctrlPr>
                          </m:dPr>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𝑡</m:t>
                                </m:r>
                              </m:sub>
                            </m:sSub>
                          </m:e>
                        </m:d>
                      </m:e>
                      <m:sub>
                        <m:r>
                          <a:rPr lang="en-GB" sz="1600" b="0" i="1" smtClean="0">
                            <a:latin typeface="Cambria Math" panose="02040503050406030204" pitchFamily="18" charset="0"/>
                          </a:rPr>
                          <m:t>𝑡</m:t>
                        </m:r>
                        <m:r>
                          <a:rPr lang="en-GB" sz="1600" b="0" i="1" smtClean="0">
                            <a:latin typeface="Cambria Math" panose="02040503050406030204" pitchFamily="18" charset="0"/>
                          </a:rPr>
                          <m:t>=1</m:t>
                        </m:r>
                      </m:sub>
                      <m:sup>
                        <m:r>
                          <a:rPr lang="en-GB" sz="1600" b="0" i="1" smtClean="0">
                            <a:latin typeface="Cambria Math" panose="02040503050406030204" pitchFamily="18" charset="0"/>
                          </a:rPr>
                          <m:t>𝑁</m:t>
                        </m:r>
                      </m:sup>
                    </m:sSubSup>
                  </m:oMath>
                </a14:m>
                <a:endParaRPr lang="en-US" sz="1600"/>
              </a:p>
              <a:p>
                <a:pPr lvl="1"/>
                <a:r>
                  <a:rPr lang="en-US" sz="1600"/>
                  <a:t>Dependence:  </a:t>
                </a:r>
                <a14:m>
                  <m:oMath xmlns:m="http://schemas.openxmlformats.org/officeDocument/2006/math">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Pr</m:t>
                        </m:r>
                      </m:fName>
                      <m:e>
                        <m:d>
                          <m:dPr>
                            <m:ctrlPr>
                              <a:rPr lang="en-GB" sz="1600" b="0" i="1" smtClean="0">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sub>
                            </m:sSub>
                            <m:r>
                              <m:rPr>
                                <m:nor/>
                              </m:rPr>
                              <a:rPr lang="en-GB" sz="1600" b="0" i="0" smtClean="0">
                                <a:latin typeface="Cambria Math" panose="02040503050406030204" pitchFamily="18" charset="0"/>
                              </a:rPr>
                              <m:t>, </m:t>
                            </m:r>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r>
                                  <a:rPr lang="en-GB" sz="1600" i="1">
                                    <a:latin typeface="Cambria Math" panose="02040503050406030204" pitchFamily="18" charset="0"/>
                                  </a:rPr>
                                  <m:t>+</m:t>
                                </m:r>
                                <m:r>
                                  <a:rPr lang="en-GB" sz="1600" i="1">
                                    <a:latin typeface="Cambria Math" panose="02040503050406030204" pitchFamily="18" charset="0"/>
                                  </a:rPr>
                                  <m:t>𝜏</m:t>
                                </m:r>
                              </m:sub>
                            </m:sSub>
                          </m:e>
                        </m:d>
                      </m:e>
                    </m:func>
                    <m:r>
                      <a:rPr lang="en-GB" sz="1600" b="0" i="1" smtClean="0">
                        <a:latin typeface="Cambria Math" panose="02040503050406030204" pitchFamily="18" charset="0"/>
                      </a:rPr>
                      <m:t>≠</m:t>
                    </m:r>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sub>
                            </m:sSub>
                          </m:e>
                        </m:d>
                      </m:e>
                    </m:func>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r>
                                  <a:rPr lang="en-GB" sz="1600" i="1">
                                    <a:latin typeface="Cambria Math" panose="02040503050406030204" pitchFamily="18" charset="0"/>
                                  </a:rPr>
                                  <m:t>+</m:t>
                                </m:r>
                                <m:r>
                                  <a:rPr lang="en-GB" sz="1600" i="1">
                                    <a:latin typeface="Cambria Math" panose="02040503050406030204" pitchFamily="18" charset="0"/>
                                  </a:rPr>
                                  <m:t>𝜏</m:t>
                                </m:r>
                              </m:sub>
                            </m:sSub>
                          </m:e>
                        </m:d>
                      </m:e>
                    </m:func>
                  </m:oMath>
                </a14:m>
                <a:endParaRPr lang="en-US" sz="1600"/>
              </a:p>
              <a:p>
                <a:endParaRPr lang="en-US"/>
              </a:p>
              <a:p>
                <a:endParaRPr lang="en-US" sz="1600"/>
              </a:p>
            </p:txBody>
          </p:sp>
        </mc:Choice>
        <mc:Fallback xmlns="">
          <p:sp>
            <p:nvSpPr>
              <p:cNvPr id="7" name="Content Placeholder 2">
                <a:extLst>
                  <a:ext uri="{FF2B5EF4-FFF2-40B4-BE49-F238E27FC236}">
                    <a16:creationId xmlns:a16="http://schemas.microsoft.com/office/drawing/2014/main" id="{4F25DCD2-AD92-E6F0-70BB-9ABE6936DF5C}"/>
                  </a:ext>
                </a:extLst>
              </p:cNvPr>
              <p:cNvSpPr>
                <a:spLocks noGrp="1" noRot="1" noChangeAspect="1" noMove="1" noResize="1" noEditPoints="1" noAdjustHandles="1" noChangeArrowheads="1" noChangeShapeType="1" noTextEdit="1"/>
              </p:cNvSpPr>
              <p:nvPr>
                <p:ph idx="1"/>
              </p:nvPr>
            </p:nvSpPr>
            <p:spPr>
              <a:xfrm>
                <a:off x="464633" y="1759936"/>
                <a:ext cx="6694450" cy="2613435"/>
              </a:xfrm>
              <a:blipFill>
                <a:blip r:embed="rId4"/>
                <a:stretch>
                  <a:fillRect l="-1894" t="-2899"/>
                </a:stretch>
              </a:blipFill>
            </p:spPr>
            <p:txBody>
              <a:bodyPr/>
              <a:lstStyle/>
              <a:p>
                <a:r>
                  <a:rPr lang="en-US">
                    <a:noFill/>
                  </a:rPr>
                  <a:t> </a:t>
                </a:r>
              </a:p>
            </p:txBody>
          </p:sp>
        </mc:Fallback>
      </mc:AlternateContent>
    </p:spTree>
    <p:extLst>
      <p:ext uri="{BB962C8B-B14F-4D97-AF65-F5344CB8AC3E}">
        <p14:creationId xmlns:p14="http://schemas.microsoft.com/office/powerpoint/2010/main" val="69754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91C42-D411-28BD-48F1-5F59E08341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1DD48E8-6712-6429-2E7C-430C93A5158D}"/>
              </a:ext>
            </a:extLst>
          </p:cNvPr>
          <p:cNvPicPr>
            <a:picLocks noChangeAspect="1"/>
          </p:cNvPicPr>
          <p:nvPr/>
        </p:nvPicPr>
        <p:blipFill rotWithShape="1">
          <a:blip r:embed="rId3"/>
          <a:srcRect l="48532" t="24881" b="15659"/>
          <a:stretch/>
        </p:blipFill>
        <p:spPr>
          <a:xfrm>
            <a:off x="5783766" y="1584744"/>
            <a:ext cx="3041639" cy="2509975"/>
          </a:xfrm>
          <a:prstGeom prst="rect">
            <a:avLst/>
          </a:prstGeom>
        </p:spPr>
      </p:pic>
      <p:sp>
        <p:nvSpPr>
          <p:cNvPr id="2" name="Title 1">
            <a:extLst>
              <a:ext uri="{FF2B5EF4-FFF2-40B4-BE49-F238E27FC236}">
                <a16:creationId xmlns:a16="http://schemas.microsoft.com/office/drawing/2014/main" id="{AD9A775E-6C7F-B0D6-E0DF-F9C7D5E803FC}"/>
              </a:ext>
            </a:extLst>
          </p:cNvPr>
          <p:cNvSpPr>
            <a:spLocks noGrp="1"/>
          </p:cNvSpPr>
          <p:nvPr>
            <p:ph type="title"/>
          </p:nvPr>
        </p:nvSpPr>
        <p:spPr>
          <a:xfrm>
            <a:off x="457200" y="1115931"/>
            <a:ext cx="8229600" cy="380667"/>
          </a:xfrm>
        </p:spPr>
        <p:txBody>
          <a:bodyPr/>
          <a:lstStyle/>
          <a:p>
            <a:r>
              <a:rPr lang="en-US"/>
              <a:t>Temporal &amp; Spatial Data – Observed Random Processes</a:t>
            </a:r>
          </a:p>
        </p:txBody>
      </p:sp>
      <p:sp>
        <p:nvSpPr>
          <p:cNvPr id="10" name="Text Placeholder 5">
            <a:extLst>
              <a:ext uri="{FF2B5EF4-FFF2-40B4-BE49-F238E27FC236}">
                <a16:creationId xmlns:a16="http://schemas.microsoft.com/office/drawing/2014/main" id="{B445DD0F-1EFE-A017-1182-E265572294E5}"/>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F08CEA64-825A-078E-BC06-4FCECE61EAC9}"/>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D3633CCB-D076-CFDB-8915-286274BD849A}"/>
                  </a:ext>
                </a:extLst>
              </p:cNvPr>
              <p:cNvSpPr>
                <a:spLocks noGrp="1"/>
              </p:cNvSpPr>
              <p:nvPr>
                <p:ph idx="1"/>
              </p:nvPr>
            </p:nvSpPr>
            <p:spPr>
              <a:xfrm>
                <a:off x="464633" y="1759936"/>
                <a:ext cx="6471426" cy="2613435"/>
              </a:xfrm>
            </p:spPr>
            <p:txBody>
              <a:bodyPr/>
              <a:lstStyle/>
              <a:p>
                <a:r>
                  <a:rPr lang="en-US"/>
                  <a:t>Time series: </a:t>
                </a:r>
              </a:p>
              <a:p>
                <a:pPr lvl="1"/>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1</m:t>
                        </m:r>
                      </m:sub>
                    </m:sSub>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𝑁</m:t>
                        </m:r>
                      </m:sub>
                    </m:sSub>
                  </m:oMath>
                </a14:m>
                <a:r>
                  <a:rPr lang="en-US" sz="1600"/>
                  <a:t> are observed values of </a:t>
                </a:r>
                <a14:m>
                  <m:oMath xmlns:m="http://schemas.openxmlformats.org/officeDocument/2006/math">
                    <m:sSubSup>
                      <m:sSubSupPr>
                        <m:ctrlPr>
                          <a:rPr lang="en-GB" sz="1600" b="0" i="1" smtClean="0">
                            <a:latin typeface="Cambria Math" panose="02040503050406030204" pitchFamily="18" charset="0"/>
                          </a:rPr>
                        </m:ctrlPr>
                      </m:sSubSupPr>
                      <m:e>
                        <m:d>
                          <m:dPr>
                            <m:begChr m:val="{"/>
                            <m:endChr m:val="}"/>
                            <m:ctrlPr>
                              <a:rPr lang="en-GB" sz="1600" b="0" i="1" smtClean="0">
                                <a:latin typeface="Cambria Math" panose="02040503050406030204" pitchFamily="18" charset="0"/>
                              </a:rPr>
                            </m:ctrlPr>
                          </m:dPr>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𝑡</m:t>
                                </m:r>
                              </m:sub>
                            </m:sSub>
                          </m:e>
                        </m:d>
                      </m:e>
                      <m:sub>
                        <m:r>
                          <a:rPr lang="en-GB" sz="1600" b="0" i="1" smtClean="0">
                            <a:latin typeface="Cambria Math" panose="02040503050406030204" pitchFamily="18" charset="0"/>
                          </a:rPr>
                          <m:t>𝑡</m:t>
                        </m:r>
                        <m:r>
                          <a:rPr lang="en-GB" sz="1600" b="0" i="1" smtClean="0">
                            <a:latin typeface="Cambria Math" panose="02040503050406030204" pitchFamily="18" charset="0"/>
                          </a:rPr>
                          <m:t>=1</m:t>
                        </m:r>
                      </m:sub>
                      <m:sup>
                        <m:r>
                          <a:rPr lang="en-GB" sz="1600" b="0" i="1" smtClean="0">
                            <a:latin typeface="Cambria Math" panose="02040503050406030204" pitchFamily="18" charset="0"/>
                          </a:rPr>
                          <m:t>𝑁</m:t>
                        </m:r>
                      </m:sup>
                    </m:sSubSup>
                  </m:oMath>
                </a14:m>
                <a:endParaRPr lang="en-US" sz="1600"/>
              </a:p>
              <a:p>
                <a:pPr lvl="1"/>
                <a:r>
                  <a:rPr lang="en-US" sz="1600"/>
                  <a:t>Dependence:  </a:t>
                </a:r>
                <a14:m>
                  <m:oMath xmlns:m="http://schemas.openxmlformats.org/officeDocument/2006/math">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Pr</m:t>
                        </m:r>
                      </m:fName>
                      <m:e>
                        <m:d>
                          <m:dPr>
                            <m:ctrlPr>
                              <a:rPr lang="en-GB" sz="1600" b="0" i="1" smtClean="0">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sub>
                            </m:sSub>
                            <m:r>
                              <m:rPr>
                                <m:nor/>
                              </m:rPr>
                              <a:rPr lang="en-GB" sz="1600" b="0" i="0" smtClean="0">
                                <a:latin typeface="Cambria Math" panose="02040503050406030204" pitchFamily="18" charset="0"/>
                              </a:rPr>
                              <m:t>, </m:t>
                            </m:r>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r>
                                  <a:rPr lang="en-GB" sz="1600" i="1">
                                    <a:latin typeface="Cambria Math" panose="02040503050406030204" pitchFamily="18" charset="0"/>
                                  </a:rPr>
                                  <m:t>+</m:t>
                                </m:r>
                                <m:r>
                                  <a:rPr lang="en-GB" sz="1600" i="1">
                                    <a:latin typeface="Cambria Math" panose="02040503050406030204" pitchFamily="18" charset="0"/>
                                  </a:rPr>
                                  <m:t>𝜏</m:t>
                                </m:r>
                              </m:sub>
                            </m:sSub>
                          </m:e>
                        </m:d>
                      </m:e>
                    </m:func>
                    <m:r>
                      <a:rPr lang="en-GB" sz="1600" b="0" i="1" smtClean="0">
                        <a:latin typeface="Cambria Math" panose="02040503050406030204" pitchFamily="18" charset="0"/>
                      </a:rPr>
                      <m:t>≠</m:t>
                    </m:r>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sub>
                            </m:sSub>
                          </m:e>
                        </m:d>
                      </m:e>
                    </m:func>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i="1">
                                    <a:latin typeface="Cambria Math" panose="02040503050406030204" pitchFamily="18" charset="0"/>
                                  </a:rPr>
                                  <m:t>𝑋</m:t>
                                </m:r>
                              </m:e>
                              <m:sub>
                                <m:r>
                                  <a:rPr lang="en-GB" sz="1600" i="1">
                                    <a:latin typeface="Cambria Math" panose="02040503050406030204" pitchFamily="18" charset="0"/>
                                  </a:rPr>
                                  <m:t>𝑡</m:t>
                                </m:r>
                                <m:r>
                                  <a:rPr lang="en-GB" sz="1600" i="1">
                                    <a:latin typeface="Cambria Math" panose="02040503050406030204" pitchFamily="18" charset="0"/>
                                  </a:rPr>
                                  <m:t>+</m:t>
                                </m:r>
                                <m:r>
                                  <a:rPr lang="en-GB" sz="1600" i="1">
                                    <a:latin typeface="Cambria Math" panose="02040503050406030204" pitchFamily="18" charset="0"/>
                                  </a:rPr>
                                  <m:t>𝜏</m:t>
                                </m:r>
                              </m:sub>
                            </m:sSub>
                          </m:e>
                        </m:d>
                      </m:e>
                    </m:func>
                  </m:oMath>
                </a14:m>
                <a:endParaRPr lang="en-US" sz="1600"/>
              </a:p>
              <a:p>
                <a:endParaRPr lang="en-US"/>
              </a:p>
              <a:p>
                <a:r>
                  <a:rPr lang="en-US"/>
                  <a:t>Spatial data: </a:t>
                </a:r>
                <a:endParaRPr lang="en-GB" b="0" i="1">
                  <a:latin typeface="Cambria Math" panose="02040503050406030204" pitchFamily="18" charset="0"/>
                </a:endParaRPr>
              </a:p>
              <a:p>
                <a:pPr lvl="1"/>
                <a14:m>
                  <m:oMath xmlns:m="http://schemas.openxmlformats.org/officeDocument/2006/math">
                    <m:r>
                      <a:rPr lang="en-GB" sz="1600" b="0" i="1" smtClean="0">
                        <a:latin typeface="Cambria Math" panose="02040503050406030204" pitchFamily="18" charset="0"/>
                      </a:rPr>
                      <m:t>𝑧</m:t>
                    </m:r>
                    <m:d>
                      <m:dPr>
                        <m:ctrlPr>
                          <a:rPr lang="en-GB" sz="1600" b="0" i="1" smtClean="0">
                            <a:latin typeface="Cambria Math" panose="02040503050406030204" pitchFamily="18" charset="0"/>
                          </a:rPr>
                        </m:ctrlPr>
                      </m:dPr>
                      <m:e>
                        <m:sSub>
                          <m:sSubPr>
                            <m:ctrlPr>
                              <a:rPr lang="en-GB" sz="1600" b="0" i="1" smtClean="0">
                                <a:latin typeface="Cambria Math" panose="02040503050406030204" pitchFamily="18" charset="0"/>
                              </a:rPr>
                            </m:ctrlPr>
                          </m:sSubPr>
                          <m:e>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𝑠</m:t>
                                </m:r>
                              </m:e>
                            </m:bar>
                          </m:e>
                          <m:sub>
                            <m:r>
                              <a:rPr lang="en-GB" sz="1600" b="0" i="1" smtClean="0">
                                <a:latin typeface="Cambria Math" panose="02040503050406030204" pitchFamily="18" charset="0"/>
                              </a:rPr>
                              <m:t>1</m:t>
                            </m:r>
                          </m:sub>
                        </m:sSub>
                      </m:e>
                    </m:d>
                    <m:r>
                      <a:rPr lang="en-GB" sz="1600" b="0" i="1" smtClean="0">
                        <a:latin typeface="Cambria Math" panose="02040503050406030204" pitchFamily="18" charset="0"/>
                      </a:rPr>
                      <m:t>,…,</m:t>
                    </m:r>
                    <m:r>
                      <a:rPr lang="en-GB" sz="1600" i="1">
                        <a:latin typeface="Cambria Math" panose="02040503050406030204" pitchFamily="18" charset="0"/>
                      </a:rPr>
                      <m:t>𝑧</m:t>
                    </m:r>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bar>
                              <m:barPr>
                                <m:ctrlPr>
                                  <a:rPr lang="en-GB" sz="1600" i="1">
                                    <a:latin typeface="Cambria Math" panose="02040503050406030204" pitchFamily="18" charset="0"/>
                                  </a:rPr>
                                </m:ctrlPr>
                              </m:barPr>
                              <m:e>
                                <m:r>
                                  <a:rPr lang="en-GB" sz="1600" i="1">
                                    <a:latin typeface="Cambria Math" panose="02040503050406030204" pitchFamily="18" charset="0"/>
                                  </a:rPr>
                                  <m:t>𝑠</m:t>
                                </m:r>
                              </m:e>
                            </m:bar>
                          </m:e>
                          <m:sub>
                            <m:r>
                              <a:rPr lang="en-GB" sz="1600" b="0" i="1" smtClean="0">
                                <a:latin typeface="Cambria Math" panose="02040503050406030204" pitchFamily="18" charset="0"/>
                              </a:rPr>
                              <m:t>𝑁</m:t>
                            </m:r>
                          </m:sub>
                        </m:sSub>
                      </m:e>
                    </m:d>
                  </m:oMath>
                </a14:m>
                <a:r>
                  <a:rPr lang="en-US" sz="1600"/>
                  <a:t> are observed values of </a:t>
                </a:r>
                <a14:m>
                  <m:oMath xmlns:m="http://schemas.openxmlformats.org/officeDocument/2006/math">
                    <m:sSub>
                      <m:sSubPr>
                        <m:ctrlPr>
                          <a:rPr lang="en-GB" sz="1600" b="0" i="1" smtClean="0">
                            <a:latin typeface="Cambria Math" panose="02040503050406030204" pitchFamily="18" charset="0"/>
                          </a:rPr>
                        </m:ctrlPr>
                      </m:sSubPr>
                      <m:e>
                        <m:d>
                          <m:dPr>
                            <m:begChr m:val="{"/>
                            <m:endChr m:val="}"/>
                            <m:ctrlPr>
                              <a:rPr lang="en-GB" sz="1600" b="0" i="1" smtClean="0">
                                <a:latin typeface="Cambria Math" panose="02040503050406030204" pitchFamily="18" charset="0"/>
                              </a:rPr>
                            </m:ctrlPr>
                          </m:dPr>
                          <m:e>
                            <m:r>
                              <a:rPr lang="en-GB" sz="1600" b="0" i="1" smtClean="0">
                                <a:latin typeface="Cambria Math" panose="02040503050406030204" pitchFamily="18" charset="0"/>
                              </a:rPr>
                              <m:t>𝑍</m:t>
                            </m:r>
                            <m:d>
                              <m:dPr>
                                <m:ctrlPr>
                                  <a:rPr lang="en-GB" sz="1600" b="0" i="1" smtClean="0">
                                    <a:latin typeface="Cambria Math" panose="02040503050406030204" pitchFamily="18" charset="0"/>
                                  </a:rPr>
                                </m:ctrlPr>
                              </m:dPr>
                              <m:e>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𝑠</m:t>
                                    </m:r>
                                  </m:e>
                                </m:bar>
                              </m:e>
                            </m:d>
                          </m:e>
                        </m:d>
                      </m:e>
                      <m:sub>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𝑠</m:t>
                            </m:r>
                          </m:e>
                        </m:bar>
                        <m:r>
                          <a:rPr lang="en-GB" sz="1600" b="0" i="1" smtClean="0">
                            <a:latin typeface="Cambria Math" panose="02040503050406030204" pitchFamily="18" charset="0"/>
                          </a:rPr>
                          <m:t>∈</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ℝ</m:t>
                            </m:r>
                          </m:e>
                          <m:sup>
                            <m:r>
                              <a:rPr lang="en-GB" sz="1600" b="0" i="1" smtClean="0">
                                <a:latin typeface="Cambria Math" panose="02040503050406030204" pitchFamily="18" charset="0"/>
                              </a:rPr>
                              <m:t>2</m:t>
                            </m:r>
                          </m:sup>
                        </m:sSup>
                      </m:sub>
                    </m:sSub>
                  </m:oMath>
                </a14:m>
                <a:endParaRPr lang="en-GB" sz="1600" b="0"/>
              </a:p>
              <a:p>
                <a:pPr lvl="1"/>
                <a:r>
                  <a:rPr lang="en-US" sz="1600"/>
                  <a:t>Dependence: </a:t>
                </a:r>
                <a14:m>
                  <m:oMath xmlns:m="http://schemas.openxmlformats.org/officeDocument/2006/math">
                    <m:func>
                      <m:funcPr>
                        <m:ctrlPr>
                          <a:rPr lang="en-GB" sz="1600" b="0" i="1" smtClean="0">
                            <a:latin typeface="Cambria Math" panose="02040503050406030204" pitchFamily="18" charset="0"/>
                          </a:rPr>
                        </m:ctrlPr>
                      </m:funcPr>
                      <m:fName>
                        <m:r>
                          <m:rPr>
                            <m:sty m:val="p"/>
                          </m:rPr>
                          <a:rPr lang="en-GB" sz="1600" b="0" i="0" smtClean="0">
                            <a:latin typeface="Cambria Math" panose="02040503050406030204" pitchFamily="18" charset="0"/>
                          </a:rPr>
                          <m:t>Pr</m:t>
                        </m:r>
                      </m:fName>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𝑍</m:t>
                            </m:r>
                            <m:d>
                              <m:dPr>
                                <m:ctrlPr>
                                  <a:rPr lang="en-GB" sz="1600" b="0" i="1" smtClean="0">
                                    <a:latin typeface="Cambria Math" panose="02040503050406030204" pitchFamily="18" charset="0"/>
                                  </a:rPr>
                                </m:ctrlPr>
                              </m:dPr>
                              <m:e>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𝑠</m:t>
                                    </m:r>
                                  </m:e>
                                </m:bar>
                              </m:e>
                            </m:d>
                            <m:r>
                              <a:rPr lang="en-GB" sz="1600" b="0" i="1" smtClean="0">
                                <a:latin typeface="Cambria Math" panose="02040503050406030204" pitchFamily="18" charset="0"/>
                              </a:rPr>
                              <m:t>,</m:t>
                            </m:r>
                            <m:r>
                              <a:rPr lang="en-GB" sz="1600" b="0" i="1" smtClean="0">
                                <a:latin typeface="Cambria Math" panose="02040503050406030204" pitchFamily="18" charset="0"/>
                              </a:rPr>
                              <m:t>𝑍</m:t>
                            </m:r>
                            <m:d>
                              <m:dPr>
                                <m:ctrlPr>
                                  <a:rPr lang="en-GB" sz="1600" b="0" i="1" smtClean="0">
                                    <a:latin typeface="Cambria Math" panose="02040503050406030204" pitchFamily="18" charset="0"/>
                                  </a:rPr>
                                </m:ctrlPr>
                              </m:dPr>
                              <m:e>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𝑠</m:t>
                                    </m:r>
                                  </m:e>
                                </m:bar>
                                <m:r>
                                  <a:rPr lang="en-GB" sz="1600" b="0" i="1" smtClean="0">
                                    <a:latin typeface="Cambria Math" panose="02040503050406030204" pitchFamily="18" charset="0"/>
                                  </a:rPr>
                                  <m:t>+</m:t>
                                </m:r>
                                <m:bar>
                                  <m:barPr>
                                    <m:ctrlPr>
                                      <a:rPr lang="en-GB" sz="1600" b="0" i="1" smtClean="0">
                                        <a:latin typeface="Cambria Math" panose="02040503050406030204" pitchFamily="18" charset="0"/>
                                      </a:rPr>
                                    </m:ctrlPr>
                                  </m:barPr>
                                  <m:e>
                                    <m:r>
                                      <a:rPr lang="en-GB" sz="1600" b="0" i="1" smtClean="0">
                                        <a:latin typeface="Cambria Math" panose="02040503050406030204" pitchFamily="18" charset="0"/>
                                      </a:rPr>
                                      <m:t>h</m:t>
                                    </m:r>
                                  </m:e>
                                </m:bar>
                              </m:e>
                            </m:d>
                          </m:e>
                        </m:d>
                      </m:e>
                    </m:func>
                    <m:r>
                      <a:rPr lang="en-GB" sz="1600" b="0" i="1" smtClean="0">
                        <a:latin typeface="Cambria Math" panose="02040503050406030204" pitchFamily="18" charset="0"/>
                      </a:rPr>
                      <m:t>≠</m:t>
                    </m:r>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smtClean="0">
                                <a:latin typeface="Cambria Math" panose="02040503050406030204" pitchFamily="18" charset="0"/>
                              </a:rPr>
                            </m:ctrlPr>
                          </m:dPr>
                          <m:e>
                            <m:r>
                              <a:rPr lang="en-GB" sz="1600" i="1">
                                <a:latin typeface="Cambria Math" panose="02040503050406030204" pitchFamily="18" charset="0"/>
                              </a:rPr>
                              <m:t>𝑍</m:t>
                            </m:r>
                            <m:d>
                              <m:dPr>
                                <m:ctrlPr>
                                  <a:rPr lang="en-GB" sz="1600" i="1">
                                    <a:latin typeface="Cambria Math" panose="02040503050406030204" pitchFamily="18" charset="0"/>
                                  </a:rPr>
                                </m:ctrlPr>
                              </m:dPr>
                              <m:e>
                                <m:bar>
                                  <m:barPr>
                                    <m:ctrlPr>
                                      <a:rPr lang="en-GB" sz="1600" i="1">
                                        <a:latin typeface="Cambria Math" panose="02040503050406030204" pitchFamily="18" charset="0"/>
                                      </a:rPr>
                                    </m:ctrlPr>
                                  </m:barPr>
                                  <m:e>
                                    <m:r>
                                      <a:rPr lang="en-GB" sz="1600" i="1">
                                        <a:latin typeface="Cambria Math" panose="02040503050406030204" pitchFamily="18" charset="0"/>
                                      </a:rPr>
                                      <m:t>𝑠</m:t>
                                    </m:r>
                                  </m:e>
                                </m:bar>
                              </m:e>
                            </m:d>
                          </m:e>
                        </m:d>
                      </m:e>
                    </m:func>
                  </m:oMath>
                </a14:m>
                <a:r>
                  <a:rPr lang="en-GB" sz="1600"/>
                  <a:t> </a:t>
                </a:r>
                <a14:m>
                  <m:oMath xmlns:m="http://schemas.openxmlformats.org/officeDocument/2006/math">
                    <m:func>
                      <m:funcPr>
                        <m:ctrlPr>
                          <a:rPr lang="en-GB" sz="1600" i="1">
                            <a:latin typeface="Cambria Math" panose="02040503050406030204" pitchFamily="18" charset="0"/>
                          </a:rPr>
                        </m:ctrlPr>
                      </m:funcPr>
                      <m:fName>
                        <m:r>
                          <m:rPr>
                            <m:sty m:val="p"/>
                          </m:rPr>
                          <a:rPr lang="en-GB" sz="1600">
                            <a:latin typeface="Cambria Math" panose="02040503050406030204" pitchFamily="18" charset="0"/>
                          </a:rPr>
                          <m:t>Pr</m:t>
                        </m:r>
                      </m:fName>
                      <m:e>
                        <m:d>
                          <m:dPr>
                            <m:ctrlPr>
                              <a:rPr lang="en-GB" sz="1600" i="1">
                                <a:latin typeface="Cambria Math" panose="02040503050406030204" pitchFamily="18" charset="0"/>
                              </a:rPr>
                            </m:ctrlPr>
                          </m:dPr>
                          <m:e>
                            <m:r>
                              <a:rPr lang="en-GB" sz="1600" i="1">
                                <a:latin typeface="Cambria Math" panose="02040503050406030204" pitchFamily="18" charset="0"/>
                              </a:rPr>
                              <m:t>𝑍</m:t>
                            </m:r>
                            <m:d>
                              <m:dPr>
                                <m:ctrlPr>
                                  <a:rPr lang="en-GB" sz="1600" i="1">
                                    <a:latin typeface="Cambria Math" panose="02040503050406030204" pitchFamily="18" charset="0"/>
                                  </a:rPr>
                                </m:ctrlPr>
                              </m:dPr>
                              <m:e>
                                <m:bar>
                                  <m:barPr>
                                    <m:ctrlPr>
                                      <a:rPr lang="en-GB" sz="1600" i="1">
                                        <a:latin typeface="Cambria Math" panose="02040503050406030204" pitchFamily="18" charset="0"/>
                                      </a:rPr>
                                    </m:ctrlPr>
                                  </m:barPr>
                                  <m:e>
                                    <m:r>
                                      <a:rPr lang="en-GB" sz="1600" i="1">
                                        <a:latin typeface="Cambria Math" panose="02040503050406030204" pitchFamily="18" charset="0"/>
                                      </a:rPr>
                                      <m:t>𝑠</m:t>
                                    </m:r>
                                  </m:e>
                                </m:bar>
                                <m:r>
                                  <a:rPr lang="en-GB" sz="1600" i="1">
                                    <a:latin typeface="Cambria Math" panose="02040503050406030204" pitchFamily="18" charset="0"/>
                                  </a:rPr>
                                  <m:t>+</m:t>
                                </m:r>
                                <m:bar>
                                  <m:barPr>
                                    <m:ctrlPr>
                                      <a:rPr lang="en-GB" sz="1600" i="1">
                                        <a:latin typeface="Cambria Math" panose="02040503050406030204" pitchFamily="18" charset="0"/>
                                      </a:rPr>
                                    </m:ctrlPr>
                                  </m:barPr>
                                  <m:e>
                                    <m:r>
                                      <a:rPr lang="en-GB" sz="1600" i="1">
                                        <a:latin typeface="Cambria Math" panose="02040503050406030204" pitchFamily="18" charset="0"/>
                                      </a:rPr>
                                      <m:t>h</m:t>
                                    </m:r>
                                  </m:e>
                                </m:bar>
                              </m:e>
                            </m:d>
                          </m:e>
                        </m:d>
                      </m:e>
                    </m:func>
                  </m:oMath>
                </a14:m>
                <a:endParaRPr lang="en-US" sz="1600"/>
              </a:p>
            </p:txBody>
          </p:sp>
        </mc:Choice>
        <mc:Fallback xmlns="">
          <p:sp>
            <p:nvSpPr>
              <p:cNvPr id="7" name="Content Placeholder 2">
                <a:extLst>
                  <a:ext uri="{FF2B5EF4-FFF2-40B4-BE49-F238E27FC236}">
                    <a16:creationId xmlns:a16="http://schemas.microsoft.com/office/drawing/2014/main" id="{D3633CCB-D076-CFDB-8915-286274BD849A}"/>
                  </a:ext>
                </a:extLst>
              </p:cNvPr>
              <p:cNvSpPr>
                <a:spLocks noGrp="1" noRot="1" noChangeAspect="1" noMove="1" noResize="1" noEditPoints="1" noAdjustHandles="1" noChangeArrowheads="1" noChangeShapeType="1" noTextEdit="1"/>
              </p:cNvSpPr>
              <p:nvPr>
                <p:ph idx="1"/>
              </p:nvPr>
            </p:nvSpPr>
            <p:spPr>
              <a:xfrm>
                <a:off x="464633" y="1759936"/>
                <a:ext cx="6471426" cy="2613435"/>
              </a:xfrm>
              <a:blipFill>
                <a:blip r:embed="rId4"/>
                <a:stretch>
                  <a:fillRect l="-1977" t="-3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071E9DE-7D2A-1BD8-B1E5-ABE145D5B128}"/>
                  </a:ext>
                </a:extLst>
              </p:cNvPr>
              <p:cNvSpPr txBox="1"/>
              <p:nvPr/>
            </p:nvSpPr>
            <p:spPr>
              <a:xfrm>
                <a:off x="7069873" y="3665034"/>
                <a:ext cx="327102" cy="2616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𝑠</m:t>
                          </m:r>
                        </m:e>
                        <m:sub>
                          <m:r>
                            <a:rPr lang="en-GB" sz="1100" b="0" i="1" smtClean="0">
                              <a:latin typeface="Cambria Math" panose="02040503050406030204" pitchFamily="18" charset="0"/>
                            </a:rPr>
                            <m:t>1</m:t>
                          </m:r>
                        </m:sub>
                      </m:sSub>
                    </m:oMath>
                  </m:oMathPara>
                </a14:m>
                <a:endParaRPr lang="en-GB" sz="1400"/>
              </a:p>
            </p:txBody>
          </p:sp>
        </mc:Choice>
        <mc:Fallback xmlns="">
          <p:sp>
            <p:nvSpPr>
              <p:cNvPr id="8" name="TextBox 7">
                <a:extLst>
                  <a:ext uri="{FF2B5EF4-FFF2-40B4-BE49-F238E27FC236}">
                    <a16:creationId xmlns:a16="http://schemas.microsoft.com/office/drawing/2014/main" id="{2071E9DE-7D2A-1BD8-B1E5-ABE145D5B128}"/>
                  </a:ext>
                </a:extLst>
              </p:cNvPr>
              <p:cNvSpPr txBox="1">
                <a:spLocks noRot="1" noChangeAspect="1" noMove="1" noResize="1" noEditPoints="1" noAdjustHandles="1" noChangeArrowheads="1" noChangeShapeType="1" noTextEdit="1"/>
              </p:cNvSpPr>
              <p:nvPr/>
            </p:nvSpPr>
            <p:spPr>
              <a:xfrm>
                <a:off x="7069873" y="3665034"/>
                <a:ext cx="327102" cy="2616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C466371-BC3A-EEB1-CC15-F6FFF2B9DF60}"/>
                  </a:ext>
                </a:extLst>
              </p:cNvPr>
              <p:cNvSpPr txBox="1"/>
              <p:nvPr/>
            </p:nvSpPr>
            <p:spPr>
              <a:xfrm>
                <a:off x="5783766" y="2440945"/>
                <a:ext cx="327102" cy="261610"/>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1100" b="0" i="1" smtClean="0">
                              <a:latin typeface="Cambria Math" panose="02040503050406030204" pitchFamily="18" charset="0"/>
                            </a:rPr>
                          </m:ctrlPr>
                        </m:sSubPr>
                        <m:e>
                          <m:r>
                            <a:rPr lang="en-GB" sz="1100" b="0" i="1" smtClean="0">
                              <a:latin typeface="Cambria Math" panose="02040503050406030204" pitchFamily="18" charset="0"/>
                            </a:rPr>
                            <m:t>𝑠</m:t>
                          </m:r>
                        </m:e>
                        <m:sub>
                          <m:r>
                            <a:rPr lang="en-GB" sz="1100" b="0" i="1" smtClean="0">
                              <a:latin typeface="Cambria Math" panose="02040503050406030204" pitchFamily="18" charset="0"/>
                            </a:rPr>
                            <m:t>2</m:t>
                          </m:r>
                        </m:sub>
                      </m:sSub>
                    </m:oMath>
                  </m:oMathPara>
                </a14:m>
                <a:endParaRPr lang="en-GB" sz="1400"/>
              </a:p>
            </p:txBody>
          </p:sp>
        </mc:Choice>
        <mc:Fallback xmlns="">
          <p:sp>
            <p:nvSpPr>
              <p:cNvPr id="9" name="TextBox 8">
                <a:extLst>
                  <a:ext uri="{FF2B5EF4-FFF2-40B4-BE49-F238E27FC236}">
                    <a16:creationId xmlns:a16="http://schemas.microsoft.com/office/drawing/2014/main" id="{CC466371-BC3A-EEB1-CC15-F6FFF2B9DF60}"/>
                  </a:ext>
                </a:extLst>
              </p:cNvPr>
              <p:cNvSpPr txBox="1">
                <a:spLocks noRot="1" noChangeAspect="1" noMove="1" noResize="1" noEditPoints="1" noAdjustHandles="1" noChangeArrowheads="1" noChangeShapeType="1" noTextEdit="1"/>
              </p:cNvSpPr>
              <p:nvPr/>
            </p:nvSpPr>
            <p:spPr>
              <a:xfrm>
                <a:off x="5783766" y="2440945"/>
                <a:ext cx="327102" cy="26161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84604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a:t>Autocovariance &amp; Autocorrelation (Time Series)</a:t>
            </a:r>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12B51E9-E2DF-7AAC-44AA-1FC4CD8E392E}"/>
                  </a:ext>
                </a:extLst>
              </p:cNvPr>
              <p:cNvSpPr>
                <a:spLocks noGrp="1"/>
              </p:cNvSpPr>
              <p:nvPr>
                <p:ph idx="1"/>
              </p:nvPr>
            </p:nvSpPr>
            <p:spPr>
              <a:xfrm>
                <a:off x="464633" y="1759936"/>
                <a:ext cx="8229599" cy="2613435"/>
              </a:xfrm>
            </p:spPr>
            <p:txBody>
              <a:bodyPr/>
              <a:lstStyle/>
              <a:p>
                <a:r>
                  <a:rPr lang="en-US" sz="1600"/>
                  <a:t>Interested in:</a:t>
                </a:r>
              </a:p>
              <a:p>
                <a:pPr marL="0" indent="0">
                  <a:buNone/>
                </a:pPr>
                <a14:m>
                  <m:oMathPara xmlns:m="http://schemas.openxmlformats.org/officeDocument/2006/math">
                    <m:oMathParaPr>
                      <m:jc m:val="centerGroup"/>
                    </m:oMathParaPr>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𝐶</m:t>
                          </m:r>
                        </m:e>
                        <m:sub>
                          <m:r>
                            <a:rPr lang="en-GB" sz="1600" b="0" i="1" smtClean="0">
                              <a:latin typeface="Cambria Math" panose="02040503050406030204" pitchFamily="18" charset="0"/>
                            </a:rPr>
                            <m:t>𝑋𝑋</m:t>
                          </m:r>
                        </m:sub>
                      </m:sSub>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𝜏</m:t>
                          </m:r>
                        </m:e>
                      </m:d>
                      <m:r>
                        <a:rPr lang="en-GB" sz="1600" b="0" i="1" smtClean="0">
                          <a:latin typeface="Cambria Math" panose="02040503050406030204" pitchFamily="18" charset="0"/>
                        </a:rPr>
                        <m:t>=</m:t>
                      </m:r>
                      <m:r>
                        <a:rPr lang="en-GB" sz="1600" b="0" i="1" smtClean="0">
                          <a:latin typeface="Cambria Math" panose="02040503050406030204" pitchFamily="18" charset="0"/>
                        </a:rPr>
                        <m:t>𝔼</m:t>
                      </m:r>
                      <m:d>
                        <m:dPr>
                          <m:begChr m:val="["/>
                          <m:endChr m:val="]"/>
                          <m:ctrlPr>
                            <a:rPr lang="en-GB" sz="1600" b="0" i="1" smtClean="0">
                              <a:latin typeface="Cambria Math" panose="02040503050406030204" pitchFamily="18" charset="0"/>
                            </a:rPr>
                          </m:ctrlPr>
                        </m:dPr>
                        <m:e>
                          <m:d>
                            <m:dPr>
                              <m:ctrlPr>
                                <a:rPr lang="en-GB" sz="1600" b="0" i="1" smtClean="0">
                                  <a:latin typeface="Cambria Math" panose="02040503050406030204" pitchFamily="18" charset="0"/>
                                </a:rPr>
                              </m:ctrlPr>
                            </m:dPr>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𝑡</m:t>
                                  </m:r>
                                </m:sub>
                              </m:sSub>
                              <m:r>
                                <a:rPr lang="en-GB" sz="1600" b="0" i="1" smtClean="0">
                                  <a:latin typeface="Cambria Math" panose="02040503050406030204" pitchFamily="18" charset="0"/>
                                </a:rPr>
                                <m:t>−</m:t>
                              </m:r>
                              <m:r>
                                <a:rPr lang="en-GB" sz="1600" b="0" i="1" smtClean="0">
                                  <a:latin typeface="Cambria Math" panose="02040503050406030204" pitchFamily="18" charset="0"/>
                                </a:rPr>
                                <m:t>𝜇</m:t>
                              </m:r>
                            </m:e>
                          </m:d>
                          <m:d>
                            <m:dPr>
                              <m:ctrlPr>
                                <a:rPr lang="en-GB" sz="1600" b="0" i="1" smtClean="0">
                                  <a:latin typeface="Cambria Math" panose="02040503050406030204" pitchFamily="18" charset="0"/>
                                </a:rPr>
                              </m:ctrlPr>
                            </m:dPr>
                            <m:e>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𝜏</m:t>
                                  </m:r>
                                </m:sub>
                              </m:sSub>
                              <m:r>
                                <a:rPr lang="en-GB" sz="1600" b="0" i="1" smtClean="0">
                                  <a:latin typeface="Cambria Math" panose="02040503050406030204" pitchFamily="18" charset="0"/>
                                </a:rPr>
                                <m:t>−</m:t>
                              </m:r>
                              <m:r>
                                <a:rPr lang="en-GB" sz="1600" b="0" i="1" smtClean="0">
                                  <a:latin typeface="Cambria Math" panose="02040503050406030204" pitchFamily="18" charset="0"/>
                                </a:rPr>
                                <m:t>𝜇</m:t>
                              </m:r>
                            </m:e>
                          </m:d>
                        </m:e>
                      </m:d>
                      <m:r>
                        <a:rPr lang="en-GB" sz="1600" b="0" i="0" smtClean="0">
                          <a:latin typeface="Cambria Math" panose="02040503050406030204" pitchFamily="18" charset="0"/>
                        </a:rPr>
                        <m:t>        &amp;       </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𝜌</m:t>
                          </m:r>
                        </m:e>
                        <m:sub>
                          <m:r>
                            <a:rPr lang="en-GB" sz="1600" b="0" i="1" smtClean="0">
                              <a:latin typeface="Cambria Math" panose="02040503050406030204" pitchFamily="18" charset="0"/>
                            </a:rPr>
                            <m:t>𝜏</m:t>
                          </m:r>
                        </m:sub>
                      </m:sSub>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𝐶</m:t>
                              </m:r>
                            </m:e>
                            <m:sub>
                              <m:r>
                                <a:rPr lang="en-GB" sz="1600" b="0" i="1" smtClean="0">
                                  <a:latin typeface="Cambria Math" panose="02040503050406030204" pitchFamily="18" charset="0"/>
                                </a:rPr>
                                <m:t>𝑋𝑋</m:t>
                              </m:r>
                            </m:sub>
                          </m:sSub>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𝜏</m:t>
                              </m:r>
                            </m:e>
                          </m:d>
                        </m:num>
                        <m:den>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𝜎</m:t>
                              </m:r>
                            </m:e>
                            <m:sub>
                              <m:r>
                                <a:rPr lang="en-GB" sz="1600" b="0" i="1" smtClean="0">
                                  <a:latin typeface="Cambria Math" panose="02040503050406030204" pitchFamily="18" charset="0"/>
                                </a:rPr>
                                <m:t>𝑡</m:t>
                              </m:r>
                            </m:sub>
                          </m:sSub>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𝜎</m:t>
                              </m:r>
                            </m:e>
                            <m:sub>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𝜏</m:t>
                              </m:r>
                            </m:sub>
                          </m:sSub>
                        </m:den>
                      </m:f>
                      <m:r>
                        <a:rPr lang="en-GB" sz="1600" b="0" i="1" smtClean="0">
                          <a:latin typeface="Cambria Math" panose="02040503050406030204" pitchFamily="18" charset="0"/>
                        </a:rPr>
                        <m:t>∈</m:t>
                      </m:r>
                      <m:d>
                        <m:dPr>
                          <m:begChr m:val="["/>
                          <m:endChr m:val="]"/>
                          <m:ctrlPr>
                            <a:rPr lang="en-GB" sz="1600" b="0" i="1" smtClean="0">
                              <a:latin typeface="Cambria Math" panose="02040503050406030204" pitchFamily="18" charset="0"/>
                            </a:rPr>
                          </m:ctrlPr>
                        </m:dPr>
                        <m:e>
                          <m:r>
                            <a:rPr lang="en-GB" sz="1600" b="0" i="1" smtClean="0">
                              <a:latin typeface="Cambria Math" panose="02040503050406030204" pitchFamily="18" charset="0"/>
                            </a:rPr>
                            <m:t>−1,1</m:t>
                          </m:r>
                        </m:e>
                      </m:d>
                    </m:oMath>
                  </m:oMathPara>
                </a14:m>
                <a:endParaRPr lang="en-US" sz="1600"/>
              </a:p>
              <a:p>
                <a:r>
                  <a:rPr lang="en-US" sz="1600"/>
                  <a:t>We estimate using:</a:t>
                </a:r>
                <a:endParaRPr lang="en-US" sz="1600">
                  <a:solidFill>
                    <a:srgbClr val="00B050"/>
                  </a:solidFill>
                </a:endParaRPr>
              </a:p>
              <a:p>
                <a:pPr marL="0" indent="0">
                  <a:buNone/>
                </a:pPr>
                <a14:m>
                  <m:oMathPara xmlns:m="http://schemas.openxmlformats.org/officeDocument/2006/math">
                    <m:oMathParaPr>
                      <m:jc m:val="centerGroup"/>
                    </m:oMathParaPr>
                    <m:oMath xmlns:m="http://schemas.openxmlformats.org/officeDocument/2006/math">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𝑠</m:t>
                          </m:r>
                        </m:e>
                        <m:sub>
                          <m:r>
                            <a:rPr lang="en-GB" sz="1600" b="0" i="1" smtClean="0">
                              <a:latin typeface="Cambria Math" panose="02040503050406030204" pitchFamily="18" charset="0"/>
                            </a:rPr>
                            <m:t>𝜏</m:t>
                          </m:r>
                        </m:sub>
                        <m: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𝑢</m:t>
                              </m:r>
                            </m:e>
                          </m:d>
                        </m:sup>
                      </m:sSubSup>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𝑁</m:t>
                          </m:r>
                          <m:r>
                            <a:rPr lang="en-GB" sz="1600" b="0" i="1" smtClean="0">
                              <a:latin typeface="Cambria Math" panose="02040503050406030204" pitchFamily="18" charset="0"/>
                            </a:rPr>
                            <m:t>−</m:t>
                          </m:r>
                          <m:d>
                            <m:dPr>
                              <m:begChr m:val="|"/>
                              <m:endChr m:val="|"/>
                              <m:ctrlPr>
                                <a:rPr lang="en-GB" sz="1600" b="0" i="1" smtClean="0">
                                  <a:latin typeface="Cambria Math" panose="02040503050406030204" pitchFamily="18" charset="0"/>
                                </a:rPr>
                              </m:ctrlPr>
                            </m:dPr>
                            <m:e>
                              <m:r>
                                <a:rPr lang="en-GB" sz="1600" b="0" i="1" smtClean="0">
                                  <a:latin typeface="Cambria Math" panose="02040503050406030204" pitchFamily="18" charset="0"/>
                                </a:rPr>
                                <m:t>𝜏</m:t>
                              </m:r>
                            </m:e>
                          </m:d>
                        </m:den>
                      </m:f>
                      <m:nary>
                        <m:naryPr>
                          <m:chr m:val="∑"/>
                          <m:ctrlPr>
                            <a:rPr lang="en-GB" sz="1600" b="0" i="1" smtClean="0">
                              <a:latin typeface="Cambria Math" panose="02040503050406030204" pitchFamily="18" charset="0"/>
                            </a:rPr>
                          </m:ctrlPr>
                        </m:naryPr>
                        <m:sub>
                          <m:r>
                            <m:rPr>
                              <m:brk m:alnAt="23"/>
                            </m:rPr>
                            <a:rPr lang="en-GB" sz="1600" b="0" i="1" smtClean="0">
                              <a:latin typeface="Cambria Math" panose="02040503050406030204" pitchFamily="18" charset="0"/>
                            </a:rPr>
                            <m:t>𝑡</m:t>
                          </m:r>
                          <m:r>
                            <a:rPr lang="en-GB" sz="1600" b="0" i="1" smtClean="0">
                              <a:latin typeface="Cambria Math" panose="02040503050406030204" pitchFamily="18" charset="0"/>
                            </a:rPr>
                            <m:t>=1</m:t>
                          </m:r>
                        </m:sub>
                        <m:sup>
                          <m:r>
                            <a:rPr lang="en-GB" sz="1600" b="0" i="1" smtClean="0">
                              <a:latin typeface="Cambria Math" panose="02040503050406030204" pitchFamily="18" charset="0"/>
                            </a:rPr>
                            <m:t>𝑁</m:t>
                          </m:r>
                          <m:r>
                            <a:rPr lang="en-GB" sz="1600" b="0" i="1" smtClean="0">
                              <a:latin typeface="Cambria Math" panose="02040503050406030204" pitchFamily="18" charset="0"/>
                            </a:rPr>
                            <m:t>−|</m:t>
                          </m:r>
                          <m:r>
                            <a:rPr lang="en-GB" sz="1600" b="0" i="1" smtClean="0">
                              <a:latin typeface="Cambria Math" panose="02040503050406030204" pitchFamily="18" charset="0"/>
                            </a:rPr>
                            <m:t>𝜏</m:t>
                          </m:r>
                          <m:r>
                            <a:rPr lang="en-GB" sz="1600" b="0" i="1" smtClean="0">
                              <a:latin typeface="Cambria Math" panose="02040503050406030204" pitchFamily="18" charset="0"/>
                            </a:rPr>
                            <m:t>|</m:t>
                          </m:r>
                        </m:sup>
                        <m:e>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b="0" i="1" smtClean="0">
                                      <a:latin typeface="Cambria Math" panose="02040503050406030204" pitchFamily="18" charset="0"/>
                                    </a:rPr>
                                    <m:t>𝑥</m:t>
                                  </m:r>
                                </m:e>
                                <m:sub>
                                  <m:r>
                                    <a:rPr lang="en-GB" sz="1600" i="1">
                                      <a:latin typeface="Cambria Math" panose="02040503050406030204" pitchFamily="18" charset="0"/>
                                    </a:rPr>
                                    <m:t>𝑡</m:t>
                                  </m:r>
                                </m:sub>
                              </m:sSub>
                              <m:r>
                                <a:rPr lang="en-GB" sz="1600" i="1">
                                  <a:latin typeface="Cambria Math" panose="02040503050406030204" pitchFamily="18" charset="0"/>
                                </a:rPr>
                                <m:t>−</m:t>
                              </m:r>
                              <m:acc>
                                <m:accPr>
                                  <m:chr m:val="̅"/>
                                  <m:ctrlPr>
                                    <a:rPr lang="en-GB" sz="1600" b="0" i="1" smtClean="0">
                                      <a:latin typeface="Cambria Math" panose="02040503050406030204" pitchFamily="18" charset="0"/>
                                    </a:rPr>
                                  </m:ctrlPr>
                                </m:accPr>
                                <m:e>
                                  <m:r>
                                    <a:rPr lang="en-GB" sz="1600" b="0" i="1" smtClean="0">
                                      <a:latin typeface="Cambria Math" panose="02040503050406030204" pitchFamily="18" charset="0"/>
                                    </a:rPr>
                                    <m:t>𝑥</m:t>
                                  </m:r>
                                </m:e>
                              </m:acc>
                              <m:r>
                                <a:rPr lang="en-GB" sz="1600" b="0" i="1" smtClean="0">
                                  <a:latin typeface="Cambria Math" panose="02040503050406030204" pitchFamily="18" charset="0"/>
                                </a:rPr>
                                <m:t> </m:t>
                              </m:r>
                            </m:e>
                          </m:d>
                          <m:d>
                            <m:dPr>
                              <m:ctrlPr>
                                <a:rPr lang="en-GB" sz="1600" i="1">
                                  <a:latin typeface="Cambria Math" panose="02040503050406030204" pitchFamily="18" charset="0"/>
                                </a:rPr>
                              </m:ctrlPr>
                            </m:dPr>
                            <m:e>
                              <m:sSub>
                                <m:sSubPr>
                                  <m:ctrlPr>
                                    <a:rPr lang="en-GB" sz="1600" i="1">
                                      <a:latin typeface="Cambria Math" panose="02040503050406030204" pitchFamily="18" charset="0"/>
                                    </a:rPr>
                                  </m:ctrlPr>
                                </m:sSubPr>
                                <m:e>
                                  <m:r>
                                    <a:rPr lang="en-GB" sz="1600" b="0" i="1" smtClean="0">
                                      <a:latin typeface="Cambria Math" panose="02040503050406030204" pitchFamily="18" charset="0"/>
                                    </a:rPr>
                                    <m:t>𝑥</m:t>
                                  </m:r>
                                </m:e>
                                <m:sub>
                                  <m:r>
                                    <a:rPr lang="en-GB" sz="1600" i="1">
                                      <a:latin typeface="Cambria Math" panose="02040503050406030204" pitchFamily="18" charset="0"/>
                                    </a:rPr>
                                    <m:t>𝑡</m:t>
                                  </m:r>
                                  <m:r>
                                    <a:rPr lang="en-GB" sz="1600" i="1">
                                      <a:latin typeface="Cambria Math" panose="02040503050406030204" pitchFamily="18" charset="0"/>
                                    </a:rPr>
                                    <m:t>+</m:t>
                                  </m:r>
                                  <m:r>
                                    <a:rPr lang="en-GB" sz="1600" i="1">
                                      <a:latin typeface="Cambria Math" panose="02040503050406030204" pitchFamily="18" charset="0"/>
                                    </a:rPr>
                                    <m:t>𝜏</m:t>
                                  </m:r>
                                </m:sub>
                              </m:sSub>
                              <m:r>
                                <a:rPr lang="en-GB" sz="1600" i="1">
                                  <a:latin typeface="Cambria Math" panose="02040503050406030204" pitchFamily="18" charset="0"/>
                                </a:rPr>
                                <m:t>−</m:t>
                              </m:r>
                              <m:acc>
                                <m:accPr>
                                  <m:chr m:val="̅"/>
                                  <m:ctrlPr>
                                    <a:rPr lang="en-GB" sz="1600" b="0" i="1" smtClean="0">
                                      <a:latin typeface="Cambria Math" panose="02040503050406030204" pitchFamily="18" charset="0"/>
                                    </a:rPr>
                                  </m:ctrlPr>
                                </m:accPr>
                                <m:e>
                                  <m:r>
                                    <a:rPr lang="en-GB" sz="1600" b="0" i="1" smtClean="0">
                                      <a:latin typeface="Cambria Math" panose="02040503050406030204" pitchFamily="18" charset="0"/>
                                    </a:rPr>
                                    <m:t>𝑥</m:t>
                                  </m:r>
                                </m:e>
                              </m:acc>
                            </m:e>
                          </m:d>
                        </m:e>
                      </m:nary>
                    </m:oMath>
                  </m:oMathPara>
                </a14:m>
                <a:endParaRPr lang="en-US" sz="1600"/>
              </a:p>
              <a:p>
                <a:r>
                  <a:rPr lang="en-US" sz="1600"/>
                  <a:t>We </a:t>
                </a:r>
                <a:r>
                  <a:rPr lang="en-US" sz="1600" u="sng"/>
                  <a:t>must</a:t>
                </a:r>
                <a:r>
                  <a:rPr lang="en-US" sz="1600"/>
                  <a:t> assume (second-order) stationarity</a:t>
                </a:r>
                <a:endParaRPr lang="en-US" sz="1600">
                  <a:solidFill>
                    <a:srgbClr val="00B050"/>
                  </a:solidFill>
                </a:endParaRPr>
              </a:p>
              <a:p>
                <a:pPr lvl="1"/>
                <a:endParaRPr lang="en-US" sz="1200">
                  <a:solidFill>
                    <a:srgbClr val="FF0000"/>
                  </a:solidFill>
                </a:endParaRPr>
              </a:p>
              <a:p>
                <a:r>
                  <a:rPr lang="en-US" sz="1600"/>
                  <a:t>What </a:t>
                </a:r>
                <a:r>
                  <a:rPr lang="en-US" sz="1600" err="1"/>
                  <a:t>behaviours</a:t>
                </a:r>
                <a:r>
                  <a:rPr lang="en-US" sz="1600"/>
                  <a:t> lead to large/small values of </a:t>
                </a:r>
                <a14:m>
                  <m:oMath xmlns:m="http://schemas.openxmlformats.org/officeDocument/2006/math">
                    <m:sSubSup>
                      <m:sSubSupPr>
                        <m:ctrlPr>
                          <a:rPr lang="en-GB" sz="1600" b="0" i="1" smtClean="0">
                            <a:latin typeface="Cambria Math" panose="02040503050406030204" pitchFamily="18" charset="0"/>
                          </a:rPr>
                        </m:ctrlPr>
                      </m:sSubSupPr>
                      <m:e>
                        <m:r>
                          <a:rPr lang="en-GB" sz="1600" b="0" i="1" smtClean="0">
                            <a:latin typeface="Cambria Math" panose="02040503050406030204" pitchFamily="18" charset="0"/>
                          </a:rPr>
                          <m:t>𝑠</m:t>
                        </m:r>
                      </m:e>
                      <m:sub>
                        <m:r>
                          <a:rPr lang="en-GB" sz="1600" b="0" i="1" smtClean="0">
                            <a:latin typeface="Cambria Math" panose="02040503050406030204" pitchFamily="18" charset="0"/>
                          </a:rPr>
                          <m:t>𝜏</m:t>
                        </m:r>
                      </m:sub>
                      <m:sup>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𝑢</m:t>
                            </m:r>
                          </m:e>
                        </m:d>
                      </m:sup>
                    </m:sSubSup>
                  </m:oMath>
                </a14:m>
                <a:r>
                  <a:rPr lang="en-US" sz="1600"/>
                  <a:t>?</a:t>
                </a:r>
              </a:p>
            </p:txBody>
          </p:sp>
        </mc:Choice>
        <mc:Fallback xmlns="">
          <p:sp>
            <p:nvSpPr>
              <p:cNvPr id="4" name="Content Placeholder 2">
                <a:extLst>
                  <a:ext uri="{FF2B5EF4-FFF2-40B4-BE49-F238E27FC236}">
                    <a16:creationId xmlns:a16="http://schemas.microsoft.com/office/drawing/2014/main" id="{E12B51E9-E2DF-7AAC-44AA-1FC4CD8E392E}"/>
                  </a:ext>
                </a:extLst>
              </p:cNvPr>
              <p:cNvSpPr>
                <a:spLocks noGrp="1" noRot="1" noChangeAspect="1" noMove="1" noResize="1" noEditPoints="1" noAdjustHandles="1" noChangeArrowheads="1" noChangeShapeType="1" noTextEdit="1"/>
              </p:cNvSpPr>
              <p:nvPr>
                <p:ph idx="1"/>
              </p:nvPr>
            </p:nvSpPr>
            <p:spPr>
              <a:xfrm>
                <a:off x="464633" y="1759936"/>
                <a:ext cx="8229599" cy="2613435"/>
              </a:xfrm>
              <a:blipFill>
                <a:blip r:embed="rId3"/>
                <a:stretch>
                  <a:fillRect l="-1407" t="-2570" b="-4673"/>
                </a:stretch>
              </a:blipFill>
            </p:spPr>
            <p:txBody>
              <a:bodyPr/>
              <a:lstStyle/>
              <a:p>
                <a:r>
                  <a:rPr lang="en-US">
                    <a:noFill/>
                  </a:rPr>
                  <a:t> </a:t>
                </a:r>
              </a:p>
            </p:txBody>
          </p:sp>
        </mc:Fallback>
      </mc:AlternateContent>
    </p:spTree>
    <p:extLst>
      <p:ext uri="{BB962C8B-B14F-4D97-AF65-F5344CB8AC3E}">
        <p14:creationId xmlns:p14="http://schemas.microsoft.com/office/powerpoint/2010/main" val="61441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a:t>Autocovariance &amp; Autocorrelation (Time Series)</a:t>
            </a:r>
          </a:p>
        </p:txBody>
      </p:sp>
      <p:pic>
        <p:nvPicPr>
          <p:cNvPr id="5" name="Content Placeholder 4" descr="Chart&#10;&#10;Description automatically generated with medium confidence">
            <a:extLst>
              <a:ext uri="{FF2B5EF4-FFF2-40B4-BE49-F238E27FC236}">
                <a16:creationId xmlns:a16="http://schemas.microsoft.com/office/drawing/2014/main" id="{EA0331DB-B4E7-49FD-BC11-97A72257BCFB}"/>
              </a:ext>
            </a:extLst>
          </p:cNvPr>
          <p:cNvPicPr>
            <a:picLocks noGrp="1" noChangeAspect="1"/>
          </p:cNvPicPr>
          <p:nvPr>
            <p:ph idx="1"/>
          </p:nvPr>
        </p:nvPicPr>
        <p:blipFill rotWithShape="1">
          <a:blip r:embed="rId3"/>
          <a:srcRect t="2886" b="19113"/>
          <a:stretch/>
        </p:blipFill>
        <p:spPr>
          <a:xfrm>
            <a:off x="4766793" y="1598242"/>
            <a:ext cx="2869872" cy="1381490"/>
          </a:xfrm>
        </p:spPr>
      </p:pic>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pic>
        <p:nvPicPr>
          <p:cNvPr id="8" name="Picture 7" descr="Chart, histogram&#10;&#10;Description automatically generated">
            <a:extLst>
              <a:ext uri="{FF2B5EF4-FFF2-40B4-BE49-F238E27FC236}">
                <a16:creationId xmlns:a16="http://schemas.microsoft.com/office/drawing/2014/main" id="{EAF94513-19BA-4E52-BEF5-F826B7848AB2}"/>
              </a:ext>
            </a:extLst>
          </p:cNvPr>
          <p:cNvPicPr>
            <a:picLocks noChangeAspect="1"/>
          </p:cNvPicPr>
          <p:nvPr/>
        </p:nvPicPr>
        <p:blipFill rotWithShape="1">
          <a:blip r:embed="rId4"/>
          <a:srcRect t="4985"/>
          <a:stretch/>
        </p:blipFill>
        <p:spPr>
          <a:xfrm>
            <a:off x="4766793" y="2953190"/>
            <a:ext cx="2869871" cy="1682831"/>
          </a:xfrm>
          <a:prstGeom prst="rect">
            <a:avLst/>
          </a:prstGeom>
        </p:spPr>
      </p:pic>
      <p:pic>
        <p:nvPicPr>
          <p:cNvPr id="13" name="Picture 12" descr="Chart&#10;&#10;Description automatically generated">
            <a:extLst>
              <a:ext uri="{FF2B5EF4-FFF2-40B4-BE49-F238E27FC236}">
                <a16:creationId xmlns:a16="http://schemas.microsoft.com/office/drawing/2014/main" id="{CD88F77F-1808-40C1-AFDF-856599D05663}"/>
              </a:ext>
            </a:extLst>
          </p:cNvPr>
          <p:cNvPicPr>
            <a:picLocks noChangeAspect="1"/>
          </p:cNvPicPr>
          <p:nvPr/>
        </p:nvPicPr>
        <p:blipFill>
          <a:blip r:embed="rId5"/>
          <a:stretch>
            <a:fillRect/>
          </a:stretch>
        </p:blipFill>
        <p:spPr>
          <a:xfrm>
            <a:off x="1344941" y="2863733"/>
            <a:ext cx="2869872" cy="1771121"/>
          </a:xfrm>
          <a:prstGeom prst="rect">
            <a:avLst/>
          </a:prstGeom>
        </p:spPr>
      </p:pic>
      <p:pic>
        <p:nvPicPr>
          <p:cNvPr id="11" name="Picture 10" descr="Chart, line chart&#10;&#10;Description automatically generated">
            <a:extLst>
              <a:ext uri="{FF2B5EF4-FFF2-40B4-BE49-F238E27FC236}">
                <a16:creationId xmlns:a16="http://schemas.microsoft.com/office/drawing/2014/main" id="{BF6E1C43-F3A6-4D20-BC61-1A2F2091669F}"/>
              </a:ext>
            </a:extLst>
          </p:cNvPr>
          <p:cNvPicPr>
            <a:picLocks noChangeAspect="1"/>
          </p:cNvPicPr>
          <p:nvPr/>
        </p:nvPicPr>
        <p:blipFill rotWithShape="1">
          <a:blip r:embed="rId6"/>
          <a:srcRect b="19694"/>
          <a:stretch/>
        </p:blipFill>
        <p:spPr>
          <a:xfrm>
            <a:off x="1344941" y="1544281"/>
            <a:ext cx="2869872" cy="1422310"/>
          </a:xfrm>
          <a:prstGeom prst="rect">
            <a:avLst/>
          </a:prstGeom>
        </p:spPr>
      </p:pic>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9B34E33D-DD92-DC3C-13D7-6A7C45109840}"/>
                  </a:ext>
                </a:extLst>
              </p14:cNvPr>
              <p14:cNvContentPartPr/>
              <p14:nvPr/>
            </p14:nvContentPartPr>
            <p14:xfrm>
              <a:off x="8688018" y="1059208"/>
              <a:ext cx="33480" cy="33840"/>
            </p14:xfrm>
          </p:contentPart>
        </mc:Choice>
        <mc:Fallback xmlns="">
          <p:pic>
            <p:nvPicPr>
              <p:cNvPr id="3" name="Ink 2">
                <a:extLst>
                  <a:ext uri="{FF2B5EF4-FFF2-40B4-BE49-F238E27FC236}">
                    <a16:creationId xmlns:a16="http://schemas.microsoft.com/office/drawing/2014/main" id="{9B34E33D-DD92-DC3C-13D7-6A7C45109840}"/>
                  </a:ext>
                </a:extLst>
              </p:cNvPr>
              <p:cNvPicPr/>
              <p:nvPr/>
            </p:nvPicPr>
            <p:blipFill>
              <a:blip r:embed="rId8"/>
              <a:stretch>
                <a:fillRect/>
              </a:stretch>
            </p:blipFill>
            <p:spPr>
              <a:xfrm>
                <a:off x="8681898" y="1053088"/>
                <a:ext cx="45720" cy="46080"/>
              </a:xfrm>
              <a:prstGeom prst="rect">
                <a:avLst/>
              </a:prstGeom>
            </p:spPr>
          </p:pic>
        </mc:Fallback>
      </mc:AlternateContent>
    </p:spTree>
    <p:extLst>
      <p:ext uri="{BB962C8B-B14F-4D97-AF65-F5344CB8AC3E}">
        <p14:creationId xmlns:p14="http://schemas.microsoft.com/office/powerpoint/2010/main" val="1785193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he Meuse dataset from R">
            <a:extLst>
              <a:ext uri="{FF2B5EF4-FFF2-40B4-BE49-F238E27FC236}">
                <a16:creationId xmlns:a16="http://schemas.microsoft.com/office/drawing/2014/main" id="{B5D263AA-7490-AA57-BAB6-C514A07B0D91}"/>
              </a:ext>
            </a:extLst>
          </p:cNvPr>
          <p:cNvPicPr>
            <a:picLocks noChangeAspect="1"/>
          </p:cNvPicPr>
          <p:nvPr/>
        </p:nvPicPr>
        <p:blipFill>
          <a:blip r:embed="rId3"/>
          <a:stretch>
            <a:fillRect/>
          </a:stretch>
        </p:blipFill>
        <p:spPr>
          <a:xfrm>
            <a:off x="5799186" y="1304307"/>
            <a:ext cx="3263592" cy="2014103"/>
          </a:xfrm>
          <a:prstGeom prst="rect">
            <a:avLst/>
          </a:prstGeom>
        </p:spPr>
      </p:pic>
      <p:sp>
        <p:nvSpPr>
          <p:cNvPr id="2" name="Title 1"/>
          <p:cNvSpPr>
            <a:spLocks noGrp="1"/>
          </p:cNvSpPr>
          <p:nvPr>
            <p:ph type="title"/>
          </p:nvPr>
        </p:nvSpPr>
        <p:spPr>
          <a:xfrm>
            <a:off x="457200" y="1115931"/>
            <a:ext cx="8229600" cy="380667"/>
          </a:xfrm>
          <a:ln>
            <a:noFill/>
          </a:ln>
        </p:spPr>
        <p:txBody>
          <a:bodyPr/>
          <a:lstStyle/>
          <a:p>
            <a:r>
              <a:rPr lang="en-US"/>
              <a:t>Spatial Autocovariance</a:t>
            </a:r>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8BAE048-1137-154F-CBC3-ED0AC5C88E79}"/>
                  </a:ext>
                </a:extLst>
              </p:cNvPr>
              <p:cNvSpPr txBox="1">
                <a:spLocks/>
              </p:cNvSpPr>
              <p:nvPr/>
            </p:nvSpPr>
            <p:spPr>
              <a:xfrm>
                <a:off x="278780" y="1759936"/>
                <a:ext cx="8229600" cy="2613435"/>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mn-lt"/>
                    <a:ea typeface="+mn-ea"/>
                    <a:cs typeface="Arial"/>
                  </a:defRPr>
                </a:lvl5pPr>
                <a:lvl6pPr marL="2286000" indent="0" algn="l" defTabSz="457200" rtl="0" eaLnBrk="1" latinLnBrk="0" hangingPunct="1">
                  <a:spcBef>
                    <a:spcPct val="20000"/>
                  </a:spcBef>
                  <a:buFont typeface="Arial"/>
                  <a:buNone/>
                  <a:defRPr sz="1400" kern="1200" baseline="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a:t>Now interested in:</a:t>
                </a:r>
                <a:br>
                  <a:rPr lang="en-US" sz="1500"/>
                </a:br>
                <a:endParaRPr lang="en-US" sz="1500"/>
              </a:p>
              <a:p>
                <a:pPr marL="0" indent="0">
                  <a:buFont typeface="Arial"/>
                  <a:buNone/>
                </a:pPr>
                <a14:m>
                  <m:oMathPara xmlns:m="http://schemas.openxmlformats.org/officeDocument/2006/math">
                    <m:oMathParaPr>
                      <m:jc m:val="left"/>
                    </m:oMathParaPr>
                    <m:oMath xmlns:m="http://schemas.openxmlformats.org/officeDocument/2006/math">
                      <m:sSub>
                        <m:sSubPr>
                          <m:ctrlPr>
                            <a:rPr lang="en-GB" sz="1500" i="1" smtClean="0">
                              <a:latin typeface="Cambria Math" panose="02040503050406030204" pitchFamily="18" charset="0"/>
                            </a:rPr>
                          </m:ctrlPr>
                        </m:sSubPr>
                        <m:e>
                          <m:r>
                            <a:rPr lang="en-GB" sz="1500" i="1" smtClean="0">
                              <a:latin typeface="Cambria Math" panose="02040503050406030204" pitchFamily="18" charset="0"/>
                            </a:rPr>
                            <m:t>𝐶</m:t>
                          </m:r>
                        </m:e>
                        <m:sub>
                          <m:r>
                            <a:rPr lang="en-GB" sz="1500" i="1" smtClean="0">
                              <a:latin typeface="Cambria Math" panose="02040503050406030204" pitchFamily="18" charset="0"/>
                            </a:rPr>
                            <m:t>𝑍𝑍</m:t>
                          </m:r>
                        </m:sub>
                      </m:sSub>
                      <m:d>
                        <m:dPr>
                          <m:ctrlPr>
                            <a:rPr lang="en-GB" sz="1500" i="1" smtClean="0">
                              <a:latin typeface="Cambria Math" panose="02040503050406030204" pitchFamily="18" charset="0"/>
                            </a:rPr>
                          </m:ctrlPr>
                        </m:dPr>
                        <m:e>
                          <m:bar>
                            <m:barPr>
                              <m:ctrlPr>
                                <a:rPr lang="en-GB" sz="1500" i="1" smtClean="0">
                                  <a:latin typeface="Cambria Math" panose="02040503050406030204" pitchFamily="18" charset="0"/>
                                </a:rPr>
                              </m:ctrlPr>
                            </m:barPr>
                            <m:e>
                              <m:r>
                                <a:rPr lang="en-GB" sz="1500" i="1" smtClean="0">
                                  <a:latin typeface="Cambria Math" panose="02040503050406030204" pitchFamily="18" charset="0"/>
                                </a:rPr>
                                <m:t>h</m:t>
                              </m:r>
                            </m:e>
                          </m:bar>
                        </m:e>
                      </m:d>
                      <m:r>
                        <a:rPr lang="en-GB" sz="1500" i="1" smtClean="0">
                          <a:latin typeface="Cambria Math" panose="02040503050406030204" pitchFamily="18" charset="0"/>
                        </a:rPr>
                        <m:t>=</m:t>
                      </m:r>
                      <m:r>
                        <a:rPr lang="en-GB" sz="1500" i="1" smtClean="0">
                          <a:latin typeface="Cambria Math" panose="02040503050406030204" pitchFamily="18" charset="0"/>
                        </a:rPr>
                        <m:t>𝔼</m:t>
                      </m:r>
                      <m:d>
                        <m:dPr>
                          <m:begChr m:val="["/>
                          <m:endChr m:val="]"/>
                          <m:ctrlPr>
                            <a:rPr lang="en-GB" sz="1500" i="1" smtClean="0">
                              <a:latin typeface="Cambria Math" panose="02040503050406030204" pitchFamily="18" charset="0"/>
                            </a:rPr>
                          </m:ctrlPr>
                        </m:dPr>
                        <m:e>
                          <m:d>
                            <m:dPr>
                              <m:ctrlPr>
                                <a:rPr lang="en-GB" sz="1500" i="1">
                                  <a:latin typeface="Cambria Math" panose="02040503050406030204" pitchFamily="18" charset="0"/>
                                </a:rPr>
                              </m:ctrlPr>
                            </m:dPr>
                            <m:e>
                              <m:r>
                                <a:rPr lang="en-GB" sz="1500" i="1">
                                  <a:latin typeface="Cambria Math" panose="02040503050406030204" pitchFamily="18" charset="0"/>
                                </a:rPr>
                                <m:t>𝑍</m:t>
                              </m:r>
                              <m:d>
                                <m:dPr>
                                  <m:ctrlPr>
                                    <a:rPr lang="en-GB" sz="1500" i="1">
                                      <a:latin typeface="Cambria Math" panose="02040503050406030204" pitchFamily="18" charset="0"/>
                                    </a:rPr>
                                  </m:ctrlPr>
                                </m:dPr>
                                <m:e>
                                  <m:bar>
                                    <m:barPr>
                                      <m:ctrlPr>
                                        <a:rPr lang="en-GB" sz="1500" i="1">
                                          <a:latin typeface="Cambria Math" panose="02040503050406030204" pitchFamily="18" charset="0"/>
                                        </a:rPr>
                                      </m:ctrlPr>
                                    </m:barPr>
                                    <m:e>
                                      <m:r>
                                        <a:rPr lang="en-GB" sz="1500" i="1">
                                          <a:latin typeface="Cambria Math" panose="02040503050406030204" pitchFamily="18" charset="0"/>
                                        </a:rPr>
                                        <m:t>𝑠</m:t>
                                      </m:r>
                                    </m:e>
                                  </m:bar>
                                </m:e>
                              </m:d>
                              <m:r>
                                <a:rPr lang="en-GB" sz="1500" i="1">
                                  <a:latin typeface="Cambria Math" panose="02040503050406030204" pitchFamily="18" charset="0"/>
                                </a:rPr>
                                <m:t>−</m:t>
                              </m:r>
                              <m:r>
                                <a:rPr lang="en-GB" sz="1500" i="1">
                                  <a:latin typeface="Cambria Math" panose="02040503050406030204" pitchFamily="18" charset="0"/>
                                </a:rPr>
                                <m:t>𝜇</m:t>
                              </m:r>
                            </m:e>
                          </m:d>
                          <m:d>
                            <m:dPr>
                              <m:ctrlPr>
                                <a:rPr lang="en-GB" sz="1500" i="1">
                                  <a:latin typeface="Cambria Math" panose="02040503050406030204" pitchFamily="18" charset="0"/>
                                </a:rPr>
                              </m:ctrlPr>
                            </m:dPr>
                            <m:e>
                              <m:r>
                                <a:rPr lang="en-GB" sz="1500" i="1">
                                  <a:latin typeface="Cambria Math" panose="02040503050406030204" pitchFamily="18" charset="0"/>
                                </a:rPr>
                                <m:t>𝑍</m:t>
                              </m:r>
                              <m:d>
                                <m:dPr>
                                  <m:ctrlPr>
                                    <a:rPr lang="en-GB" sz="1500" i="1">
                                      <a:latin typeface="Cambria Math" panose="02040503050406030204" pitchFamily="18" charset="0"/>
                                    </a:rPr>
                                  </m:ctrlPr>
                                </m:dPr>
                                <m:e>
                                  <m:bar>
                                    <m:barPr>
                                      <m:ctrlPr>
                                        <a:rPr lang="en-GB" sz="1500" i="1">
                                          <a:latin typeface="Cambria Math" panose="02040503050406030204" pitchFamily="18" charset="0"/>
                                        </a:rPr>
                                      </m:ctrlPr>
                                    </m:barPr>
                                    <m:e>
                                      <m:r>
                                        <a:rPr lang="en-GB" sz="1500" i="1">
                                          <a:latin typeface="Cambria Math" panose="02040503050406030204" pitchFamily="18" charset="0"/>
                                        </a:rPr>
                                        <m:t>𝑠</m:t>
                                      </m:r>
                                    </m:e>
                                  </m:bar>
                                  <m:r>
                                    <a:rPr lang="en-GB" sz="1500" i="1" smtClean="0">
                                      <a:latin typeface="Cambria Math" panose="02040503050406030204" pitchFamily="18" charset="0"/>
                                    </a:rPr>
                                    <m:t>+</m:t>
                                  </m:r>
                                  <m:bar>
                                    <m:barPr>
                                      <m:ctrlPr>
                                        <a:rPr lang="en-GB" sz="1500" i="1" smtClean="0">
                                          <a:latin typeface="Cambria Math" panose="02040503050406030204" pitchFamily="18" charset="0"/>
                                        </a:rPr>
                                      </m:ctrlPr>
                                    </m:barPr>
                                    <m:e>
                                      <m:r>
                                        <a:rPr lang="en-GB" sz="1500" i="1" smtClean="0">
                                          <a:latin typeface="Cambria Math" panose="02040503050406030204" pitchFamily="18" charset="0"/>
                                        </a:rPr>
                                        <m:t>h</m:t>
                                      </m:r>
                                    </m:e>
                                  </m:bar>
                                </m:e>
                              </m:d>
                              <m:r>
                                <a:rPr lang="en-GB" sz="1500" i="1">
                                  <a:latin typeface="Cambria Math" panose="02040503050406030204" pitchFamily="18" charset="0"/>
                                </a:rPr>
                                <m:t>−</m:t>
                              </m:r>
                              <m:r>
                                <a:rPr lang="en-GB" sz="1500" i="1">
                                  <a:latin typeface="Cambria Math" panose="02040503050406030204" pitchFamily="18" charset="0"/>
                                </a:rPr>
                                <m:t>𝜇</m:t>
                              </m:r>
                            </m:e>
                          </m:d>
                        </m:e>
                      </m:d>
                    </m:oMath>
                  </m:oMathPara>
                </a14:m>
                <a:endParaRPr lang="en-US" sz="1500"/>
              </a:p>
              <a:p>
                <a:pPr lvl="1"/>
                <a:endParaRPr lang="en-US" sz="1500"/>
              </a:p>
              <a:p>
                <a:pPr lvl="1"/>
                <a:endParaRPr lang="en-US" sz="1500"/>
              </a:p>
              <a:p>
                <a:r>
                  <a:rPr lang="en-US" sz="1500"/>
                  <a:t>We estimate using:</a:t>
                </a:r>
                <a:endParaRPr lang="en-US" sz="1500">
                  <a:solidFill>
                    <a:srgbClr val="00B050"/>
                  </a:solidFill>
                </a:endParaRPr>
              </a:p>
              <a:p>
                <a:pPr marL="0" indent="0">
                  <a:buFont typeface="Arial"/>
                  <a:buNone/>
                </a:pPr>
                <a14:m>
                  <m:oMathPara xmlns:m="http://schemas.openxmlformats.org/officeDocument/2006/math">
                    <m:oMathParaPr>
                      <m:jc m:val="left"/>
                    </m:oMathParaPr>
                    <m:oMath xmlns:m="http://schemas.openxmlformats.org/officeDocument/2006/math">
                      <m:sSub>
                        <m:sSubPr>
                          <m:ctrlPr>
                            <a:rPr lang="en-GB" sz="1400" i="1" dirty="0" smtClean="0">
                              <a:latin typeface="Cambria Math" panose="02040503050406030204" pitchFamily="18" charset="0"/>
                            </a:rPr>
                          </m:ctrlPr>
                        </m:sSubPr>
                        <m:e>
                          <m:acc>
                            <m:accPr>
                              <m:chr m:val="̂"/>
                              <m:ctrlPr>
                                <a:rPr lang="en-GB" sz="1400" i="1" smtClean="0">
                                  <a:latin typeface="Cambria Math" panose="02040503050406030204" pitchFamily="18" charset="0"/>
                                </a:rPr>
                              </m:ctrlPr>
                            </m:accPr>
                            <m:e>
                              <m:r>
                                <a:rPr lang="en-GB" sz="1400" i="1" smtClean="0">
                                  <a:latin typeface="Cambria Math" panose="02040503050406030204" pitchFamily="18" charset="0"/>
                                </a:rPr>
                                <m:t>𝐶</m:t>
                              </m:r>
                            </m:e>
                          </m:acc>
                        </m:e>
                        <m:sub>
                          <m:r>
                            <a:rPr lang="en-GB" sz="1400" i="1" dirty="0" smtClean="0">
                              <a:latin typeface="Cambria Math" panose="02040503050406030204" pitchFamily="18" charset="0"/>
                            </a:rPr>
                            <m:t>𝑍𝑍</m:t>
                          </m:r>
                        </m:sub>
                      </m:sSub>
                      <m:r>
                        <a:rPr lang="en-GB" sz="1400" i="1" dirty="0" smtClean="0">
                          <a:latin typeface="Cambria Math" panose="02040503050406030204" pitchFamily="18" charset="0"/>
                        </a:rPr>
                        <m:t>(</m:t>
                      </m:r>
                      <m:sSub>
                        <m:sSubPr>
                          <m:ctrlPr>
                            <a:rPr lang="en-GB" sz="1400" i="1" dirty="0" smtClean="0">
                              <a:latin typeface="Cambria Math" panose="02040503050406030204" pitchFamily="18" charset="0"/>
                            </a:rPr>
                          </m:ctrlPr>
                        </m:sSubPr>
                        <m:e>
                          <m:r>
                            <a:rPr lang="en-GB" sz="1400" i="1" dirty="0" smtClean="0">
                              <a:latin typeface="Cambria Math" panose="02040503050406030204" pitchFamily="18" charset="0"/>
                            </a:rPr>
                            <m:t>h</m:t>
                          </m:r>
                        </m:e>
                        <m:sub>
                          <m:r>
                            <a:rPr lang="en-GB" sz="1400" i="1" dirty="0" smtClean="0">
                              <a:latin typeface="Cambria Math" panose="02040503050406030204" pitchFamily="18" charset="0"/>
                            </a:rPr>
                            <m:t>𝑖</m:t>
                          </m:r>
                        </m:sub>
                      </m:sSub>
                      <m:r>
                        <a:rPr lang="en-GB" sz="1400" i="1" dirty="0" smtClean="0">
                          <a:latin typeface="Cambria Math" panose="02040503050406030204" pitchFamily="18" charset="0"/>
                        </a:rPr>
                        <m:t>,</m:t>
                      </m:r>
                      <m:sSub>
                        <m:sSubPr>
                          <m:ctrlPr>
                            <a:rPr lang="en-GB" sz="1400" i="1" dirty="0" smtClean="0">
                              <a:latin typeface="Cambria Math" panose="02040503050406030204" pitchFamily="18" charset="0"/>
                            </a:rPr>
                          </m:ctrlPr>
                        </m:sSubPr>
                        <m:e>
                          <m:r>
                            <a:rPr lang="en-GB" sz="1400" i="1" dirty="0" smtClean="0">
                              <a:latin typeface="Cambria Math" panose="02040503050406030204" pitchFamily="18" charset="0"/>
                            </a:rPr>
                            <m:t>h</m:t>
                          </m:r>
                        </m:e>
                        <m:sub>
                          <m:r>
                            <a:rPr lang="en-GB" sz="1400" i="1" dirty="0" smtClean="0">
                              <a:latin typeface="Cambria Math" panose="02040503050406030204" pitchFamily="18" charset="0"/>
                            </a:rPr>
                            <m:t>𝑖</m:t>
                          </m:r>
                          <m:r>
                            <a:rPr lang="en-GB" sz="1400" i="1" dirty="0" smtClean="0">
                              <a:latin typeface="Cambria Math" panose="02040503050406030204" pitchFamily="18" charset="0"/>
                            </a:rPr>
                            <m:t>+1</m:t>
                          </m:r>
                        </m:sub>
                      </m:sSub>
                      <m:r>
                        <a:rPr lang="en-GB" sz="1400" i="1" dirty="0" smtClean="0">
                          <a:latin typeface="Cambria Math" panose="02040503050406030204" pitchFamily="18" charset="0"/>
                        </a:rPr>
                        <m:t>)</m:t>
                      </m:r>
                      <m:r>
                        <a:rPr lang="en-GB" sz="1400" i="1" smtClean="0">
                          <a:latin typeface="Cambria Math" panose="02040503050406030204" pitchFamily="18" charset="0"/>
                        </a:rPr>
                        <m:t>=</m:t>
                      </m:r>
                      <m:f>
                        <m:fPr>
                          <m:ctrlPr>
                            <a:rPr lang="en-GB" sz="1400" i="1" smtClean="0">
                              <a:latin typeface="Cambria Math" panose="02040503050406030204" pitchFamily="18" charset="0"/>
                            </a:rPr>
                          </m:ctrlPr>
                        </m:fPr>
                        <m:num>
                          <m:r>
                            <a:rPr lang="en-GB" sz="1400" i="1" smtClean="0">
                              <a:latin typeface="Cambria Math" panose="02040503050406030204" pitchFamily="18" charset="0"/>
                            </a:rPr>
                            <m:t>1</m:t>
                          </m:r>
                        </m:num>
                        <m:den>
                          <m:sSub>
                            <m:sSubPr>
                              <m:ctrlPr>
                                <a:rPr lang="en-GB" sz="1400" i="1" smtClean="0">
                                  <a:latin typeface="Cambria Math" panose="02040503050406030204" pitchFamily="18" charset="0"/>
                                </a:rPr>
                              </m:ctrlPr>
                            </m:sSubPr>
                            <m:e>
                              <m:r>
                                <a:rPr lang="en-GB" sz="1400" i="1" smtClean="0">
                                  <a:latin typeface="Cambria Math" panose="02040503050406030204" pitchFamily="18" charset="0"/>
                                </a:rPr>
                                <m:t>𝑁</m:t>
                              </m:r>
                            </m:e>
                            <m:sub>
                              <m:r>
                                <a:rPr lang="en-GB" sz="1400" i="1" smtClean="0">
                                  <a:latin typeface="Cambria Math" panose="02040503050406030204" pitchFamily="18" charset="0"/>
                                </a:rPr>
                                <m:t>𝑖</m:t>
                              </m:r>
                              <m:r>
                                <a:rPr lang="en-GB" sz="1400" i="1" smtClean="0">
                                  <a:latin typeface="Cambria Math" panose="02040503050406030204" pitchFamily="18" charset="0"/>
                                </a:rPr>
                                <m:t>,</m:t>
                              </m:r>
                              <m:r>
                                <a:rPr lang="en-GB" sz="1400" i="1" smtClean="0">
                                  <a:latin typeface="Cambria Math" panose="02040503050406030204" pitchFamily="18" charset="0"/>
                                </a:rPr>
                                <m:t>𝑖</m:t>
                              </m:r>
                              <m:r>
                                <a:rPr lang="en-GB" sz="1400" i="1" smtClean="0">
                                  <a:latin typeface="Cambria Math" panose="02040503050406030204" pitchFamily="18" charset="0"/>
                                </a:rPr>
                                <m:t>+1</m:t>
                              </m:r>
                            </m:sub>
                          </m:sSub>
                        </m:den>
                      </m:f>
                      <m:nary>
                        <m:naryPr>
                          <m:chr m:val="∑"/>
                          <m:supHide m:val="on"/>
                          <m:ctrlPr>
                            <a:rPr lang="en-GB" sz="1400" i="1" smtClean="0">
                              <a:latin typeface="Cambria Math" panose="02040503050406030204" pitchFamily="18" charset="0"/>
                            </a:rPr>
                          </m:ctrlPr>
                        </m:naryPr>
                        <m:sub>
                          <m:d>
                            <m:dPr>
                              <m:begChr m:val="{"/>
                              <m:endChr m:val="}"/>
                              <m:ctrlPr>
                                <a:rPr lang="en-GB" sz="1400" i="1" smtClean="0">
                                  <a:latin typeface="Cambria Math" panose="02040503050406030204" pitchFamily="18" charset="0"/>
                                </a:rPr>
                              </m:ctrlPr>
                            </m:dPr>
                            <m:e>
                              <m:r>
                                <m:rPr>
                                  <m:brk m:alnAt="7"/>
                                </m:rPr>
                                <a:rPr lang="en-GB" sz="1400" i="1" smtClean="0">
                                  <a:latin typeface="Cambria Math" panose="02040503050406030204" pitchFamily="18" charset="0"/>
                                </a:rPr>
                                <m:t>𝑗</m:t>
                              </m:r>
                              <m:r>
                                <a:rPr lang="en-GB" sz="1400" i="1" smtClean="0">
                                  <a:latin typeface="Cambria Math" panose="02040503050406030204" pitchFamily="18" charset="0"/>
                                </a:rPr>
                                <m:t>,</m:t>
                              </m:r>
                              <m:r>
                                <a:rPr lang="en-GB" sz="1400" i="1" smtClean="0">
                                  <a:latin typeface="Cambria Math" panose="02040503050406030204" pitchFamily="18" charset="0"/>
                                </a:rPr>
                                <m:t>𝑘</m:t>
                              </m:r>
                              <m:d>
                                <m:dPr>
                                  <m:begChr m:val="‖"/>
                                  <m:endChr m:val="‖"/>
                                  <m:ctrlPr>
                                    <a:rPr lang="en-GB" sz="1400" i="1" smtClean="0">
                                      <a:latin typeface="Cambria Math" panose="02040503050406030204" pitchFamily="18" charset="0"/>
                                    </a:rPr>
                                  </m:ctrlPr>
                                </m:dPr>
                                <m:e>
                                  <m:sSub>
                                    <m:sSubPr>
                                      <m:ctrlPr>
                                        <a:rPr lang="en-GB" sz="1400" i="1" smtClean="0">
                                          <a:latin typeface="Cambria Math" panose="02040503050406030204" pitchFamily="18" charset="0"/>
                                        </a:rPr>
                                      </m:ctrlPr>
                                    </m:sSubPr>
                                    <m:e>
                                      <m:bar>
                                        <m:barPr>
                                          <m:ctrlPr>
                                            <a:rPr lang="en-GB" sz="1400" i="1" smtClean="0">
                                              <a:latin typeface="Cambria Math" panose="02040503050406030204" pitchFamily="18" charset="0"/>
                                            </a:rPr>
                                          </m:ctrlPr>
                                        </m:barPr>
                                        <m:e>
                                          <m:r>
                                            <a:rPr lang="en-GB" sz="1400" i="1" smtClean="0">
                                              <a:latin typeface="Cambria Math" panose="02040503050406030204" pitchFamily="18" charset="0"/>
                                            </a:rPr>
                                            <m:t>𝑠</m:t>
                                          </m:r>
                                        </m:e>
                                      </m:bar>
                                    </m:e>
                                    <m:sub>
                                      <m:r>
                                        <a:rPr lang="en-GB" sz="1400" i="1" smtClean="0">
                                          <a:latin typeface="Cambria Math" panose="02040503050406030204" pitchFamily="18" charset="0"/>
                                        </a:rPr>
                                        <m:t>𝑗</m:t>
                                      </m:r>
                                    </m:sub>
                                  </m:sSub>
                                  <m:r>
                                    <a:rPr lang="en-GB" sz="1400" i="1" smtClean="0">
                                      <a:latin typeface="Cambria Math" panose="02040503050406030204" pitchFamily="18" charset="0"/>
                                    </a:rPr>
                                    <m:t>−</m:t>
                                  </m:r>
                                  <m:sSub>
                                    <m:sSubPr>
                                      <m:ctrlPr>
                                        <a:rPr lang="en-GB" sz="1400" i="1">
                                          <a:latin typeface="Cambria Math" panose="02040503050406030204" pitchFamily="18" charset="0"/>
                                        </a:rPr>
                                      </m:ctrlPr>
                                    </m:sSubPr>
                                    <m:e>
                                      <m:bar>
                                        <m:barPr>
                                          <m:ctrlPr>
                                            <a:rPr lang="en-GB" sz="1400" i="1">
                                              <a:latin typeface="Cambria Math" panose="02040503050406030204" pitchFamily="18" charset="0"/>
                                            </a:rPr>
                                          </m:ctrlPr>
                                        </m:barPr>
                                        <m:e>
                                          <m:r>
                                            <a:rPr lang="en-GB" sz="1400" i="1">
                                              <a:latin typeface="Cambria Math" panose="02040503050406030204" pitchFamily="18" charset="0"/>
                                            </a:rPr>
                                            <m:t>𝑠</m:t>
                                          </m:r>
                                        </m:e>
                                      </m:bar>
                                    </m:e>
                                    <m:sub>
                                      <m:r>
                                        <a:rPr lang="en-GB" sz="1400" i="1" smtClean="0">
                                          <a:latin typeface="Cambria Math" panose="02040503050406030204" pitchFamily="18" charset="0"/>
                                        </a:rPr>
                                        <m:t>𝑘</m:t>
                                      </m:r>
                                    </m:sub>
                                  </m:sSub>
                                </m:e>
                              </m:d>
                              <m:r>
                                <a:rPr lang="en-GB" sz="1400" i="1" smtClean="0">
                                  <a:latin typeface="Cambria Math" panose="02040503050406030204" pitchFamily="18" charset="0"/>
                                </a:rPr>
                                <m:t>∈</m:t>
                              </m:r>
                              <m:d>
                                <m:dPr>
                                  <m:begChr m:val="["/>
                                  <m:ctrlPr>
                                    <a:rPr lang="en-GB" sz="1400" i="1" smtClean="0">
                                      <a:latin typeface="Cambria Math" panose="02040503050406030204" pitchFamily="18" charset="0"/>
                                    </a:rPr>
                                  </m:ctrlPr>
                                </m:dPr>
                                <m:e>
                                  <m:sSub>
                                    <m:sSubPr>
                                      <m:ctrlPr>
                                        <a:rPr lang="en-GB" sz="1400" i="1" smtClean="0">
                                          <a:latin typeface="Cambria Math" panose="02040503050406030204" pitchFamily="18" charset="0"/>
                                        </a:rPr>
                                      </m:ctrlPr>
                                    </m:sSubPr>
                                    <m:e>
                                      <m:r>
                                        <a:rPr lang="en-GB" sz="1400" i="1" smtClean="0">
                                          <a:latin typeface="Cambria Math" panose="02040503050406030204" pitchFamily="18" charset="0"/>
                                        </a:rPr>
                                        <m:t>h</m:t>
                                      </m:r>
                                    </m:e>
                                    <m:sub>
                                      <m:r>
                                        <a:rPr lang="en-GB" sz="1400" i="1" smtClean="0">
                                          <a:latin typeface="Cambria Math" panose="02040503050406030204" pitchFamily="18" charset="0"/>
                                        </a:rPr>
                                        <m:t>𝑖</m:t>
                                      </m:r>
                                    </m:sub>
                                  </m:sSub>
                                  <m:r>
                                    <a:rPr lang="en-GB" sz="1400" i="1" smtClean="0">
                                      <a:latin typeface="Cambria Math" panose="02040503050406030204" pitchFamily="18" charset="0"/>
                                    </a:rPr>
                                    <m:t>,</m:t>
                                  </m:r>
                                  <m:sSub>
                                    <m:sSubPr>
                                      <m:ctrlPr>
                                        <a:rPr lang="en-GB" sz="1400" i="1" smtClean="0">
                                          <a:latin typeface="Cambria Math" panose="02040503050406030204" pitchFamily="18" charset="0"/>
                                        </a:rPr>
                                      </m:ctrlPr>
                                    </m:sSubPr>
                                    <m:e>
                                      <m:r>
                                        <a:rPr lang="en-GB" sz="1400" i="1" smtClean="0">
                                          <a:latin typeface="Cambria Math" panose="02040503050406030204" pitchFamily="18" charset="0"/>
                                        </a:rPr>
                                        <m:t>h</m:t>
                                      </m:r>
                                    </m:e>
                                    <m:sub>
                                      <m:r>
                                        <a:rPr lang="en-GB" sz="1400" i="1" smtClean="0">
                                          <a:latin typeface="Cambria Math" panose="02040503050406030204" pitchFamily="18" charset="0"/>
                                        </a:rPr>
                                        <m:t>𝑖</m:t>
                                      </m:r>
                                      <m:r>
                                        <a:rPr lang="en-GB" sz="1400" i="1" smtClean="0">
                                          <a:latin typeface="Cambria Math" panose="02040503050406030204" pitchFamily="18" charset="0"/>
                                        </a:rPr>
                                        <m:t>+1</m:t>
                                      </m:r>
                                    </m:sub>
                                  </m:sSub>
                                </m:e>
                              </m:d>
                            </m:e>
                          </m:d>
                        </m:sub>
                        <m:sup/>
                        <m:e>
                          <m:r>
                            <a:rPr lang="en-GB" sz="1400" i="1" smtClean="0">
                              <a:latin typeface="Cambria Math" panose="02040503050406030204" pitchFamily="18" charset="0"/>
                            </a:rPr>
                            <m:t>(</m:t>
                          </m:r>
                          <m:r>
                            <a:rPr lang="en-GB" sz="1400" i="1" smtClean="0">
                              <a:latin typeface="Cambria Math" panose="02040503050406030204" pitchFamily="18" charset="0"/>
                            </a:rPr>
                            <m:t>𝑧</m:t>
                          </m:r>
                          <m:d>
                            <m:dPr>
                              <m:ctrlPr>
                                <a:rPr lang="en-GB" sz="1400" i="1" smtClean="0">
                                  <a:latin typeface="Cambria Math" panose="02040503050406030204" pitchFamily="18" charset="0"/>
                                </a:rPr>
                              </m:ctrlPr>
                            </m:dPr>
                            <m:e>
                              <m:sSub>
                                <m:sSubPr>
                                  <m:ctrlPr>
                                    <a:rPr lang="en-GB" sz="1400" i="1">
                                      <a:latin typeface="Cambria Math" panose="02040503050406030204" pitchFamily="18" charset="0"/>
                                    </a:rPr>
                                  </m:ctrlPr>
                                </m:sSubPr>
                                <m:e>
                                  <m:bar>
                                    <m:barPr>
                                      <m:ctrlPr>
                                        <a:rPr lang="en-GB" sz="1400" i="1">
                                          <a:latin typeface="Cambria Math" panose="02040503050406030204" pitchFamily="18" charset="0"/>
                                        </a:rPr>
                                      </m:ctrlPr>
                                    </m:barPr>
                                    <m:e>
                                      <m:r>
                                        <a:rPr lang="en-GB" sz="1400" i="1">
                                          <a:latin typeface="Cambria Math" panose="02040503050406030204" pitchFamily="18" charset="0"/>
                                        </a:rPr>
                                        <m:t>𝑠</m:t>
                                      </m:r>
                                    </m:e>
                                  </m:bar>
                                </m:e>
                                <m:sub>
                                  <m:r>
                                    <a:rPr lang="en-GB" sz="1400" i="1">
                                      <a:latin typeface="Cambria Math" panose="02040503050406030204" pitchFamily="18" charset="0"/>
                                    </a:rPr>
                                    <m:t>𝑗</m:t>
                                  </m:r>
                                </m:sub>
                              </m:sSub>
                            </m:e>
                          </m:d>
                          <m:r>
                            <a:rPr lang="en-GB" sz="1400" i="1" smtClean="0">
                              <a:latin typeface="Cambria Math" panose="02040503050406030204" pitchFamily="18" charset="0"/>
                            </a:rPr>
                            <m:t>−</m:t>
                          </m:r>
                          <m:bar>
                            <m:barPr>
                              <m:pos m:val="top"/>
                              <m:ctrlPr>
                                <a:rPr lang="en-GB" sz="1400" i="1" smtClean="0">
                                  <a:latin typeface="Cambria Math" panose="02040503050406030204" pitchFamily="18" charset="0"/>
                                </a:rPr>
                              </m:ctrlPr>
                            </m:barPr>
                            <m:e>
                              <m:r>
                                <a:rPr lang="en-GB" sz="1400" i="1" smtClean="0">
                                  <a:latin typeface="Cambria Math" panose="02040503050406030204" pitchFamily="18" charset="0"/>
                                </a:rPr>
                                <m:t>𝑧</m:t>
                              </m:r>
                            </m:e>
                          </m:bar>
                        </m:e>
                      </m:nary>
                      <m:r>
                        <a:rPr lang="en-GB" sz="1400" i="1" smtClean="0">
                          <a:latin typeface="Cambria Math" panose="02040503050406030204" pitchFamily="18" charset="0"/>
                        </a:rPr>
                        <m:t>)(</m:t>
                      </m:r>
                      <m:r>
                        <a:rPr lang="en-GB" sz="1400" i="1" smtClean="0">
                          <a:latin typeface="Cambria Math" panose="02040503050406030204" pitchFamily="18" charset="0"/>
                        </a:rPr>
                        <m:t>𝑧</m:t>
                      </m:r>
                      <m:r>
                        <a:rPr lang="en-GB" sz="1400" i="1" smtClean="0">
                          <a:latin typeface="Cambria Math" panose="02040503050406030204" pitchFamily="18" charset="0"/>
                        </a:rPr>
                        <m:t>(</m:t>
                      </m:r>
                      <m:sSub>
                        <m:sSubPr>
                          <m:ctrlPr>
                            <a:rPr lang="en-GB" sz="1400" i="1">
                              <a:latin typeface="Cambria Math" panose="02040503050406030204" pitchFamily="18" charset="0"/>
                            </a:rPr>
                          </m:ctrlPr>
                        </m:sSubPr>
                        <m:e>
                          <m:bar>
                            <m:barPr>
                              <m:ctrlPr>
                                <a:rPr lang="en-GB" sz="1400" i="1">
                                  <a:latin typeface="Cambria Math" panose="02040503050406030204" pitchFamily="18" charset="0"/>
                                </a:rPr>
                              </m:ctrlPr>
                            </m:barPr>
                            <m:e>
                              <m:r>
                                <a:rPr lang="en-GB" sz="1400" i="1">
                                  <a:latin typeface="Cambria Math" panose="02040503050406030204" pitchFamily="18" charset="0"/>
                                </a:rPr>
                                <m:t>𝑠</m:t>
                              </m:r>
                            </m:e>
                          </m:bar>
                        </m:e>
                        <m:sub>
                          <m:r>
                            <a:rPr lang="en-GB" sz="1400" i="1" smtClean="0">
                              <a:latin typeface="Cambria Math" panose="02040503050406030204" pitchFamily="18" charset="0"/>
                            </a:rPr>
                            <m:t>𝑘</m:t>
                          </m:r>
                        </m:sub>
                      </m:sSub>
                      <m:r>
                        <a:rPr lang="en-GB" sz="1400" b="0" i="1" smtClean="0">
                          <a:latin typeface="Cambria Math" panose="02040503050406030204" pitchFamily="18" charset="0"/>
                        </a:rPr>
                        <m:t>)</m:t>
                      </m:r>
                      <m:r>
                        <a:rPr lang="en-GB" sz="1400" i="1">
                          <a:latin typeface="Cambria Math" panose="02040503050406030204" pitchFamily="18" charset="0"/>
                        </a:rPr>
                        <m:t>−</m:t>
                      </m:r>
                      <m:bar>
                        <m:barPr>
                          <m:pos m:val="top"/>
                          <m:ctrlPr>
                            <a:rPr lang="en-GB" sz="1400" i="1">
                              <a:latin typeface="Cambria Math" panose="02040503050406030204" pitchFamily="18" charset="0"/>
                            </a:rPr>
                          </m:ctrlPr>
                        </m:barPr>
                        <m:e>
                          <m:r>
                            <a:rPr lang="en-GB" sz="1400" i="1">
                              <a:latin typeface="Cambria Math" panose="02040503050406030204" pitchFamily="18" charset="0"/>
                            </a:rPr>
                            <m:t>𝑧</m:t>
                          </m:r>
                        </m:e>
                      </m:bar>
                      <m:r>
                        <a:rPr lang="en-GB" sz="1400" i="1">
                          <a:latin typeface="Cambria Math" panose="02040503050406030204" pitchFamily="18" charset="0"/>
                        </a:rPr>
                        <m:t>)</m:t>
                      </m:r>
                      <m:r>
                        <a:rPr lang="en-GB" sz="1400" i="1" smtClean="0">
                          <a:solidFill>
                            <a:schemeClr val="bg1"/>
                          </a:solidFill>
                          <a:latin typeface="Cambria Math" panose="02040503050406030204" pitchFamily="18" charset="0"/>
                        </a:rPr>
                        <m:t> </m:t>
                      </m:r>
                      <m:nary>
                        <m:naryPr>
                          <m:chr m:val="∑"/>
                          <m:supHide m:val="on"/>
                          <m:ctrlPr>
                            <a:rPr lang="en-GB" sz="1400" i="1" smtClean="0">
                              <a:solidFill>
                                <a:schemeClr val="bg1"/>
                              </a:solidFill>
                              <a:latin typeface="Cambria Math" panose="02040503050406030204" pitchFamily="18" charset="0"/>
                            </a:rPr>
                          </m:ctrlPr>
                        </m:naryPr>
                        <m:sub>
                          <m:d>
                            <m:dPr>
                              <m:begChr m:val="{"/>
                              <m:endChr m:val="}"/>
                              <m:ctrlPr>
                                <a:rPr lang="en-GB" sz="1400" i="1" smtClean="0">
                                  <a:solidFill>
                                    <a:schemeClr val="bg1"/>
                                  </a:solidFill>
                                  <a:latin typeface="Cambria Math" panose="02040503050406030204" pitchFamily="18" charset="0"/>
                                </a:rPr>
                              </m:ctrlPr>
                            </m:dPr>
                            <m:e>
                              <m:r>
                                <a:rPr lang="en-GB" sz="1400" i="1" smtClean="0">
                                  <a:solidFill>
                                    <a:schemeClr val="bg1"/>
                                  </a:solidFill>
                                  <a:latin typeface="Cambria Math" panose="02040503050406030204" pitchFamily="18" charset="0"/>
                                </a:rPr>
                                <m:t>𝑗</m:t>
                              </m:r>
                              <m:r>
                                <a:rPr lang="en-GB" sz="1400" i="1" smtClean="0">
                                  <a:solidFill>
                                    <a:schemeClr val="bg1"/>
                                  </a:solidFill>
                                  <a:latin typeface="Cambria Math" panose="02040503050406030204" pitchFamily="18" charset="0"/>
                                </a:rPr>
                                <m:t>,</m:t>
                              </m:r>
                              <m:r>
                                <a:rPr lang="en-GB" sz="1400" i="1" smtClean="0">
                                  <a:solidFill>
                                    <a:schemeClr val="bg1"/>
                                  </a:solidFill>
                                  <a:latin typeface="Cambria Math" panose="02040503050406030204" pitchFamily="18" charset="0"/>
                                </a:rPr>
                                <m:t>𝑘</m:t>
                              </m:r>
                              <m:r>
                                <a:rPr lang="en-GB" sz="1400" i="1" smtClean="0">
                                  <a:solidFill>
                                    <a:schemeClr val="bg1"/>
                                  </a:solidFill>
                                  <a:latin typeface="Cambria Math" panose="02040503050406030204" pitchFamily="18" charset="0"/>
                                </a:rPr>
                                <m:t> :</m:t>
                              </m:r>
                              <m:d>
                                <m:dPr>
                                  <m:begChr m:val="‖"/>
                                  <m:endChr m:val="‖"/>
                                  <m:ctrlPr>
                                    <a:rPr lang="en-GB" sz="1400" i="1" smtClean="0">
                                      <a:solidFill>
                                        <a:schemeClr val="bg1"/>
                                      </a:solidFill>
                                      <a:latin typeface="Cambria Math" panose="02040503050406030204" pitchFamily="18" charset="0"/>
                                    </a:rPr>
                                  </m:ctrlPr>
                                </m:dPr>
                                <m:e>
                                  <m:sSub>
                                    <m:sSubPr>
                                      <m:ctrlPr>
                                        <a:rPr lang="en-GB" sz="1400" i="1">
                                          <a:solidFill>
                                            <a:schemeClr val="bg1"/>
                                          </a:solidFill>
                                          <a:latin typeface="Cambria Math" panose="02040503050406030204" pitchFamily="18" charset="0"/>
                                        </a:rPr>
                                      </m:ctrlPr>
                                    </m:sSubPr>
                                    <m:e>
                                      <m:bar>
                                        <m:barPr>
                                          <m:ctrlPr>
                                            <a:rPr lang="en-GB" sz="1400" i="1">
                                              <a:solidFill>
                                                <a:schemeClr val="bg1"/>
                                              </a:solidFill>
                                              <a:latin typeface="Cambria Math" panose="02040503050406030204" pitchFamily="18" charset="0"/>
                                            </a:rPr>
                                          </m:ctrlPr>
                                        </m:barPr>
                                        <m:e>
                                          <m:r>
                                            <a:rPr lang="en-GB" sz="1400" i="1">
                                              <a:solidFill>
                                                <a:schemeClr val="bg1"/>
                                              </a:solidFill>
                                              <a:latin typeface="Cambria Math" panose="02040503050406030204" pitchFamily="18" charset="0"/>
                                            </a:rPr>
                                            <m:t>𝑠</m:t>
                                          </m:r>
                                        </m:e>
                                      </m:bar>
                                    </m:e>
                                    <m:sub>
                                      <m:r>
                                        <a:rPr lang="en-GB" sz="1400" i="1">
                                          <a:solidFill>
                                            <a:schemeClr val="bg1"/>
                                          </a:solidFill>
                                          <a:latin typeface="Cambria Math" panose="02040503050406030204" pitchFamily="18" charset="0"/>
                                        </a:rPr>
                                        <m:t>𝑘</m:t>
                                      </m:r>
                                    </m:sub>
                                  </m:sSub>
                                  <m:r>
                                    <a:rPr lang="en-GB" sz="1400" i="1">
                                      <a:solidFill>
                                        <a:schemeClr val="bg1"/>
                                      </a:solidFill>
                                      <a:latin typeface="Cambria Math" panose="02040503050406030204" pitchFamily="18" charset="0"/>
                                    </a:rPr>
                                    <m:t>−</m:t>
                                  </m:r>
                                  <m:sSub>
                                    <m:sSubPr>
                                      <m:ctrlPr>
                                        <a:rPr lang="en-GB" sz="1400" i="1">
                                          <a:solidFill>
                                            <a:schemeClr val="bg1"/>
                                          </a:solidFill>
                                          <a:latin typeface="Cambria Math" panose="02040503050406030204" pitchFamily="18" charset="0"/>
                                        </a:rPr>
                                      </m:ctrlPr>
                                    </m:sSubPr>
                                    <m:e>
                                      <m:bar>
                                        <m:barPr>
                                          <m:ctrlPr>
                                            <a:rPr lang="en-GB" sz="1400" i="1">
                                              <a:solidFill>
                                                <a:schemeClr val="bg1"/>
                                              </a:solidFill>
                                              <a:latin typeface="Cambria Math" panose="02040503050406030204" pitchFamily="18" charset="0"/>
                                            </a:rPr>
                                          </m:ctrlPr>
                                        </m:barPr>
                                        <m:e>
                                          <m:r>
                                            <a:rPr lang="en-GB" sz="1400" i="1">
                                              <a:solidFill>
                                                <a:schemeClr val="bg1"/>
                                              </a:solidFill>
                                              <a:latin typeface="Cambria Math" panose="02040503050406030204" pitchFamily="18" charset="0"/>
                                            </a:rPr>
                                            <m:t>𝑠</m:t>
                                          </m:r>
                                        </m:e>
                                      </m:bar>
                                    </m:e>
                                    <m:sub>
                                      <m:r>
                                        <a:rPr lang="en-GB" sz="1400" i="1">
                                          <a:solidFill>
                                            <a:schemeClr val="bg1"/>
                                          </a:solidFill>
                                          <a:latin typeface="Cambria Math" panose="02040503050406030204" pitchFamily="18" charset="0"/>
                                        </a:rPr>
                                        <m:t>𝑘</m:t>
                                      </m:r>
                                    </m:sub>
                                  </m:sSub>
                                </m:e>
                              </m:d>
                              <m:r>
                                <a:rPr lang="en-GB" sz="1400" i="1" smtClean="0">
                                  <a:solidFill>
                                    <a:schemeClr val="bg1"/>
                                  </a:solidFill>
                                  <a:latin typeface="Cambria Math" panose="02040503050406030204" pitchFamily="18" charset="0"/>
                                </a:rPr>
                                <m:t>∈</m:t>
                              </m:r>
                              <m:d>
                                <m:dPr>
                                  <m:begChr m:val="["/>
                                  <m:ctrlPr>
                                    <a:rPr lang="en-GB" sz="1400" i="1" smtClean="0">
                                      <a:solidFill>
                                        <a:schemeClr val="bg1"/>
                                      </a:solidFill>
                                      <a:latin typeface="Cambria Math" panose="02040503050406030204" pitchFamily="18" charset="0"/>
                                    </a:rPr>
                                  </m:ctrlPr>
                                </m:dPr>
                                <m:e>
                                  <m:sSub>
                                    <m:sSubPr>
                                      <m:ctrlPr>
                                        <a:rPr lang="en-GB" sz="1400" i="1" smtClean="0">
                                          <a:solidFill>
                                            <a:schemeClr val="bg1"/>
                                          </a:solidFill>
                                          <a:latin typeface="Cambria Math" panose="02040503050406030204" pitchFamily="18" charset="0"/>
                                        </a:rPr>
                                      </m:ctrlPr>
                                    </m:sSubPr>
                                    <m:e>
                                      <m:r>
                                        <a:rPr lang="en-GB" sz="1400" i="1" smtClean="0">
                                          <a:solidFill>
                                            <a:schemeClr val="bg1"/>
                                          </a:solidFill>
                                          <a:latin typeface="Cambria Math" panose="02040503050406030204" pitchFamily="18" charset="0"/>
                                        </a:rPr>
                                        <m:t>h</m:t>
                                      </m:r>
                                    </m:e>
                                    <m:sub>
                                      <m:r>
                                        <a:rPr lang="en-GB" sz="1400" i="1" smtClean="0">
                                          <a:solidFill>
                                            <a:schemeClr val="bg1"/>
                                          </a:solidFill>
                                          <a:latin typeface="Cambria Math" panose="02040503050406030204" pitchFamily="18" charset="0"/>
                                        </a:rPr>
                                        <m:t>𝑖</m:t>
                                      </m:r>
                                    </m:sub>
                                  </m:sSub>
                                  <m:r>
                                    <a:rPr lang="en-GB" sz="1400" i="1" smtClean="0">
                                      <a:solidFill>
                                        <a:schemeClr val="bg1"/>
                                      </a:solidFill>
                                      <a:latin typeface="Cambria Math" panose="02040503050406030204" pitchFamily="18" charset="0"/>
                                    </a:rPr>
                                    <m:t>,</m:t>
                                  </m:r>
                                  <m:sSub>
                                    <m:sSubPr>
                                      <m:ctrlPr>
                                        <a:rPr lang="en-GB" sz="1400" i="1" smtClean="0">
                                          <a:solidFill>
                                            <a:schemeClr val="bg1"/>
                                          </a:solidFill>
                                          <a:latin typeface="Cambria Math" panose="02040503050406030204" pitchFamily="18" charset="0"/>
                                        </a:rPr>
                                      </m:ctrlPr>
                                    </m:sSubPr>
                                    <m:e>
                                      <m:r>
                                        <a:rPr lang="en-GB" sz="1400" i="1" smtClean="0">
                                          <a:solidFill>
                                            <a:schemeClr val="bg1"/>
                                          </a:solidFill>
                                          <a:latin typeface="Cambria Math" panose="02040503050406030204" pitchFamily="18" charset="0"/>
                                        </a:rPr>
                                        <m:t>h</m:t>
                                      </m:r>
                                    </m:e>
                                    <m:sub>
                                      <m:r>
                                        <a:rPr lang="en-GB" sz="1400" i="1">
                                          <a:solidFill>
                                            <a:schemeClr val="bg1"/>
                                          </a:solidFill>
                                          <a:latin typeface="Cambria Math" panose="02040503050406030204" pitchFamily="18" charset="0"/>
                                        </a:rPr>
                                        <m:t>𝑖</m:t>
                                      </m:r>
                                      <m:r>
                                        <a:rPr lang="en-GB" sz="1400" i="1">
                                          <a:solidFill>
                                            <a:schemeClr val="bg1"/>
                                          </a:solidFill>
                                          <a:latin typeface="Cambria Math" panose="02040503050406030204" pitchFamily="18" charset="0"/>
                                        </a:rPr>
                                        <m:t>+1</m:t>
                                      </m:r>
                                    </m:sub>
                                  </m:sSub>
                                </m:e>
                              </m:d>
                              <m:r>
                                <a:rPr lang="en-GB" sz="1400" i="1" smtClean="0">
                                  <a:solidFill>
                                    <a:schemeClr val="bg1"/>
                                  </a:solidFill>
                                  <a:latin typeface="Cambria Math" panose="02040503050406030204" pitchFamily="18" charset="0"/>
                                </a:rPr>
                                <m:t> </m:t>
                              </m:r>
                            </m:e>
                          </m:d>
                        </m:sub>
                        <m:sup/>
                        <m:e>
                          <m:d>
                            <m:dPr>
                              <m:ctrlPr>
                                <a:rPr lang="en-GB" sz="1400" i="1">
                                  <a:solidFill>
                                    <a:schemeClr val="bg1"/>
                                  </a:solidFill>
                                  <a:latin typeface="Cambria Math" panose="02040503050406030204" pitchFamily="18" charset="0"/>
                                </a:rPr>
                              </m:ctrlPr>
                            </m:dPr>
                            <m:e>
                              <m:r>
                                <a:rPr lang="en-GB" sz="1400" i="1">
                                  <a:solidFill>
                                    <a:schemeClr val="bg1"/>
                                  </a:solidFill>
                                  <a:latin typeface="Cambria Math" panose="02040503050406030204" pitchFamily="18" charset="0"/>
                                </a:rPr>
                                <m:t>𝑧</m:t>
                              </m:r>
                              <m:d>
                                <m:dPr>
                                  <m:ctrlPr>
                                    <a:rPr lang="en-GB" sz="1400" i="1">
                                      <a:solidFill>
                                        <a:schemeClr val="bg1"/>
                                      </a:solidFill>
                                      <a:latin typeface="Cambria Math" panose="02040503050406030204" pitchFamily="18" charset="0"/>
                                    </a:rPr>
                                  </m:ctrlPr>
                                </m:dPr>
                                <m:e>
                                  <m:sSub>
                                    <m:sSubPr>
                                      <m:ctrlPr>
                                        <a:rPr lang="en-GB" sz="1400" i="1">
                                          <a:solidFill>
                                            <a:schemeClr val="bg1"/>
                                          </a:solidFill>
                                          <a:latin typeface="Cambria Math" panose="02040503050406030204" pitchFamily="18" charset="0"/>
                                        </a:rPr>
                                      </m:ctrlPr>
                                    </m:sSubPr>
                                    <m:e>
                                      <m:bar>
                                        <m:barPr>
                                          <m:ctrlPr>
                                            <a:rPr lang="en-GB" sz="1400" i="1">
                                              <a:solidFill>
                                                <a:schemeClr val="bg1"/>
                                              </a:solidFill>
                                              <a:latin typeface="Cambria Math" panose="02040503050406030204" pitchFamily="18" charset="0"/>
                                            </a:rPr>
                                          </m:ctrlPr>
                                        </m:barPr>
                                        <m:e>
                                          <m:r>
                                            <a:rPr lang="en-GB" sz="1400" i="1">
                                              <a:solidFill>
                                                <a:schemeClr val="bg1"/>
                                              </a:solidFill>
                                              <a:latin typeface="Cambria Math" panose="02040503050406030204" pitchFamily="18" charset="0"/>
                                            </a:rPr>
                                            <m:t>𝑠</m:t>
                                          </m:r>
                                        </m:e>
                                      </m:bar>
                                    </m:e>
                                    <m:sub>
                                      <m:r>
                                        <a:rPr lang="en-GB" sz="1400" i="1">
                                          <a:solidFill>
                                            <a:schemeClr val="bg1"/>
                                          </a:solidFill>
                                          <a:latin typeface="Cambria Math" panose="02040503050406030204" pitchFamily="18" charset="0"/>
                                        </a:rPr>
                                        <m:t>𝑗</m:t>
                                      </m:r>
                                    </m:sub>
                                  </m:sSub>
                                </m:e>
                              </m:d>
                              <m:r>
                                <a:rPr lang="en-GB" sz="1400" i="1">
                                  <a:solidFill>
                                    <a:schemeClr val="bg1"/>
                                  </a:solidFill>
                                  <a:latin typeface="Cambria Math" panose="02040503050406030204" pitchFamily="18" charset="0"/>
                                </a:rPr>
                                <m:t>−</m:t>
                              </m:r>
                              <m:acc>
                                <m:accPr>
                                  <m:chr m:val="̅"/>
                                  <m:ctrlPr>
                                    <a:rPr lang="en-GB" sz="1400" i="1" smtClean="0">
                                      <a:solidFill>
                                        <a:schemeClr val="bg1"/>
                                      </a:solidFill>
                                      <a:latin typeface="Cambria Math" panose="02040503050406030204" pitchFamily="18" charset="0"/>
                                    </a:rPr>
                                  </m:ctrlPr>
                                </m:accPr>
                                <m:e>
                                  <m:r>
                                    <a:rPr lang="en-GB" sz="1400" i="1" smtClean="0">
                                      <a:solidFill>
                                        <a:schemeClr val="bg1"/>
                                      </a:solidFill>
                                      <a:latin typeface="Cambria Math" panose="02040503050406030204" pitchFamily="18" charset="0"/>
                                    </a:rPr>
                                    <m:t>𝑧</m:t>
                                  </m:r>
                                </m:e>
                              </m:acc>
                            </m:e>
                          </m:d>
                          <m:d>
                            <m:dPr>
                              <m:ctrlPr>
                                <a:rPr lang="en-GB" sz="1400" i="1">
                                  <a:solidFill>
                                    <a:schemeClr val="bg1"/>
                                  </a:solidFill>
                                  <a:latin typeface="Cambria Math" panose="02040503050406030204" pitchFamily="18" charset="0"/>
                                </a:rPr>
                              </m:ctrlPr>
                            </m:dPr>
                            <m:e>
                              <m:r>
                                <a:rPr lang="en-GB" sz="1400" i="1" smtClean="0">
                                  <a:solidFill>
                                    <a:schemeClr val="bg1"/>
                                  </a:solidFill>
                                  <a:latin typeface="Cambria Math" panose="02040503050406030204" pitchFamily="18" charset="0"/>
                                </a:rPr>
                                <m:t>𝑧</m:t>
                              </m:r>
                              <m:d>
                                <m:dPr>
                                  <m:ctrlPr>
                                    <a:rPr lang="en-GB" sz="1400" i="1">
                                      <a:solidFill>
                                        <a:schemeClr val="bg1"/>
                                      </a:solidFill>
                                      <a:latin typeface="Cambria Math" panose="02040503050406030204" pitchFamily="18" charset="0"/>
                                    </a:rPr>
                                  </m:ctrlPr>
                                </m:dPr>
                                <m:e>
                                  <m:sSub>
                                    <m:sSubPr>
                                      <m:ctrlPr>
                                        <a:rPr lang="en-GB" sz="1400" i="1" smtClean="0">
                                          <a:solidFill>
                                            <a:schemeClr val="bg1"/>
                                          </a:solidFill>
                                          <a:latin typeface="Cambria Math" panose="02040503050406030204" pitchFamily="18" charset="0"/>
                                        </a:rPr>
                                      </m:ctrlPr>
                                    </m:sSubPr>
                                    <m:e>
                                      <m:bar>
                                        <m:barPr>
                                          <m:ctrlPr>
                                            <a:rPr lang="en-GB" sz="1400" i="1">
                                              <a:solidFill>
                                                <a:schemeClr val="bg1"/>
                                              </a:solidFill>
                                              <a:latin typeface="Cambria Math" panose="02040503050406030204" pitchFamily="18" charset="0"/>
                                            </a:rPr>
                                          </m:ctrlPr>
                                        </m:barPr>
                                        <m:e>
                                          <m:r>
                                            <a:rPr lang="en-GB" sz="1400" i="1">
                                              <a:solidFill>
                                                <a:schemeClr val="bg1"/>
                                              </a:solidFill>
                                              <a:latin typeface="Cambria Math" panose="02040503050406030204" pitchFamily="18" charset="0"/>
                                            </a:rPr>
                                            <m:t>𝑠</m:t>
                                          </m:r>
                                        </m:e>
                                      </m:bar>
                                    </m:e>
                                    <m:sub>
                                      <m:r>
                                        <a:rPr lang="en-GB" sz="1400" i="1" smtClean="0">
                                          <a:solidFill>
                                            <a:schemeClr val="bg1"/>
                                          </a:solidFill>
                                          <a:latin typeface="Cambria Math" panose="02040503050406030204" pitchFamily="18" charset="0"/>
                                        </a:rPr>
                                        <m:t>𝑘</m:t>
                                      </m:r>
                                    </m:sub>
                                  </m:sSub>
                                </m:e>
                              </m:d>
                              <m:r>
                                <a:rPr lang="en-GB" sz="1400" i="1">
                                  <a:solidFill>
                                    <a:schemeClr val="bg1"/>
                                  </a:solidFill>
                                  <a:latin typeface="Cambria Math" panose="02040503050406030204" pitchFamily="18" charset="0"/>
                                </a:rPr>
                                <m:t>−</m:t>
                              </m:r>
                              <m:acc>
                                <m:accPr>
                                  <m:chr m:val="̅"/>
                                  <m:ctrlPr>
                                    <a:rPr lang="en-GB" sz="1400" i="1" smtClean="0">
                                      <a:solidFill>
                                        <a:schemeClr val="bg1"/>
                                      </a:solidFill>
                                      <a:latin typeface="Cambria Math" panose="02040503050406030204" pitchFamily="18" charset="0"/>
                                    </a:rPr>
                                  </m:ctrlPr>
                                </m:accPr>
                                <m:e>
                                  <m:r>
                                    <a:rPr lang="en-GB" sz="1400" i="1" smtClean="0">
                                      <a:solidFill>
                                        <a:schemeClr val="bg1"/>
                                      </a:solidFill>
                                      <a:latin typeface="Cambria Math" panose="02040503050406030204" pitchFamily="18" charset="0"/>
                                    </a:rPr>
                                    <m:t>𝑧</m:t>
                                  </m:r>
                                </m:e>
                              </m:acc>
                            </m:e>
                          </m:d>
                        </m:e>
                      </m:nary>
                    </m:oMath>
                  </m:oMathPara>
                </a14:m>
                <a:endParaRPr lang="en-US" sz="1400"/>
              </a:p>
              <a:p>
                <a:endParaRPr lang="en-US" sz="1500"/>
              </a:p>
              <a:p>
                <a:r>
                  <a:rPr lang="en-US" sz="1500"/>
                  <a:t>We </a:t>
                </a:r>
                <a:r>
                  <a:rPr lang="en-US" sz="1500" u="sng"/>
                  <a:t>must</a:t>
                </a:r>
                <a:r>
                  <a:rPr lang="en-US" sz="1500"/>
                  <a:t> assume (second-order) stationarity &amp; isotropy</a:t>
                </a:r>
              </a:p>
            </p:txBody>
          </p:sp>
        </mc:Choice>
        <mc:Fallback xmlns="">
          <p:sp>
            <p:nvSpPr>
              <p:cNvPr id="8" name="Content Placeholder 2">
                <a:extLst>
                  <a:ext uri="{FF2B5EF4-FFF2-40B4-BE49-F238E27FC236}">
                    <a16:creationId xmlns:a16="http://schemas.microsoft.com/office/drawing/2014/main" id="{88BAE048-1137-154F-CBC3-ED0AC5C88E79}"/>
                  </a:ext>
                </a:extLst>
              </p:cNvPr>
              <p:cNvSpPr txBox="1">
                <a:spLocks noRot="1" noChangeAspect="1" noMove="1" noResize="1" noEditPoints="1" noAdjustHandles="1" noChangeArrowheads="1" noChangeShapeType="1" noTextEdit="1"/>
              </p:cNvSpPr>
              <p:nvPr/>
            </p:nvSpPr>
            <p:spPr>
              <a:xfrm>
                <a:off x="278780" y="1759936"/>
                <a:ext cx="8229600" cy="2613435"/>
              </a:xfrm>
              <a:prstGeom prst="rect">
                <a:avLst/>
              </a:prstGeom>
              <a:blipFill>
                <a:blip r:embed="rId4"/>
                <a:stretch>
                  <a:fillRect l="-1333" t="-2336" b="-19860"/>
                </a:stretch>
              </a:blipFill>
            </p:spPr>
            <p:txBody>
              <a:bodyPr/>
              <a:lstStyle/>
              <a:p>
                <a:r>
                  <a:rPr lang="en-US">
                    <a:noFill/>
                  </a:rPr>
                  <a:t> </a:t>
                </a:r>
              </a:p>
            </p:txBody>
          </p:sp>
        </mc:Fallback>
      </mc:AlternateContent>
    </p:spTree>
    <p:extLst>
      <p:ext uri="{BB962C8B-B14F-4D97-AF65-F5344CB8AC3E}">
        <p14:creationId xmlns:p14="http://schemas.microsoft.com/office/powerpoint/2010/main" val="917132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a:t>Spatial Autocovariance</a:t>
            </a:r>
          </a:p>
        </p:txBody>
      </p:sp>
      <p:pic>
        <p:nvPicPr>
          <p:cNvPr id="5" name="Content Placeholder 4" descr="Chart, line chart&#10;&#10;Description automatically generated">
            <a:extLst>
              <a:ext uri="{FF2B5EF4-FFF2-40B4-BE49-F238E27FC236}">
                <a16:creationId xmlns:a16="http://schemas.microsoft.com/office/drawing/2014/main" id="{D687D6FC-5807-48BA-BBE6-5D94CDEA4478}"/>
              </a:ext>
            </a:extLst>
          </p:cNvPr>
          <p:cNvPicPr>
            <a:picLocks noGrp="1" noChangeAspect="1"/>
          </p:cNvPicPr>
          <p:nvPr>
            <p:ph idx="1"/>
          </p:nvPr>
        </p:nvPicPr>
        <p:blipFill>
          <a:blip r:embed="rId3"/>
          <a:stretch>
            <a:fillRect/>
          </a:stretch>
        </p:blipFill>
        <p:spPr>
          <a:xfrm>
            <a:off x="122368" y="1874838"/>
            <a:ext cx="3488221" cy="2152731"/>
          </a:xfrm>
        </p:spPr>
      </p:pic>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pic>
        <p:nvPicPr>
          <p:cNvPr id="11" name="Picture 10" descr="Chart&#10;&#10;Description automatically generated">
            <a:extLst>
              <a:ext uri="{FF2B5EF4-FFF2-40B4-BE49-F238E27FC236}">
                <a16:creationId xmlns:a16="http://schemas.microsoft.com/office/drawing/2014/main" id="{EA289ECD-E4F2-4688-A7C0-98A6307A1EE7}"/>
              </a:ext>
            </a:extLst>
          </p:cNvPr>
          <p:cNvPicPr>
            <a:picLocks noChangeAspect="1"/>
          </p:cNvPicPr>
          <p:nvPr/>
        </p:nvPicPr>
        <p:blipFill>
          <a:blip r:embed="rId4"/>
          <a:stretch>
            <a:fillRect/>
          </a:stretch>
        </p:blipFill>
        <p:spPr>
          <a:xfrm>
            <a:off x="3955199" y="161306"/>
            <a:ext cx="2216462" cy="2216462"/>
          </a:xfrm>
          <a:prstGeom prst="rect">
            <a:avLst/>
          </a:prstGeom>
        </p:spPr>
      </p:pic>
      <p:pic>
        <p:nvPicPr>
          <p:cNvPr id="3" name="Picture 2">
            <a:extLst>
              <a:ext uri="{FF2B5EF4-FFF2-40B4-BE49-F238E27FC236}">
                <a16:creationId xmlns:a16="http://schemas.microsoft.com/office/drawing/2014/main" id="{2D572332-A586-17C8-A2A2-15443DCA8878}"/>
              </a:ext>
            </a:extLst>
          </p:cNvPr>
          <p:cNvPicPr>
            <a:picLocks noChangeAspect="1"/>
          </p:cNvPicPr>
          <p:nvPr/>
        </p:nvPicPr>
        <p:blipFill>
          <a:blip r:embed="rId5"/>
          <a:srcRect/>
          <a:stretch/>
        </p:blipFill>
        <p:spPr>
          <a:xfrm>
            <a:off x="6516271" y="1269537"/>
            <a:ext cx="2216462" cy="2216462"/>
          </a:xfrm>
          <a:prstGeom prst="rect">
            <a:avLst/>
          </a:prstGeom>
        </p:spPr>
      </p:pic>
      <p:pic>
        <p:nvPicPr>
          <p:cNvPr id="4" name="Picture 3">
            <a:extLst>
              <a:ext uri="{FF2B5EF4-FFF2-40B4-BE49-F238E27FC236}">
                <a16:creationId xmlns:a16="http://schemas.microsoft.com/office/drawing/2014/main" id="{2E95EE92-6B13-50E2-C5B9-3F6A65437E3D}"/>
              </a:ext>
            </a:extLst>
          </p:cNvPr>
          <p:cNvPicPr>
            <a:picLocks noChangeAspect="1"/>
          </p:cNvPicPr>
          <p:nvPr/>
        </p:nvPicPr>
        <p:blipFill>
          <a:blip r:embed="rId6"/>
          <a:srcRect/>
          <a:stretch/>
        </p:blipFill>
        <p:spPr>
          <a:xfrm>
            <a:off x="3958703" y="2416838"/>
            <a:ext cx="2216462" cy="2216462"/>
          </a:xfrm>
          <a:prstGeom prst="rect">
            <a:avLst/>
          </a:prstGeom>
        </p:spPr>
      </p:pic>
    </p:spTree>
    <p:extLst>
      <p:ext uri="{BB962C8B-B14F-4D97-AF65-F5344CB8AC3E}">
        <p14:creationId xmlns:p14="http://schemas.microsoft.com/office/powerpoint/2010/main" val="466565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a:t>Any Questions?</a:t>
            </a:r>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a:t>MSc Machine Learning &amp; Data Science</a:t>
            </a:r>
          </a:p>
          <a:p>
            <a:endParaRPr lang="en-US"/>
          </a:p>
        </p:txBody>
      </p:sp>
      <p:sp>
        <p:nvSpPr>
          <p:cNvPr id="6" name="Text Placeholder 4">
            <a:extLst>
              <a:ext uri="{FF2B5EF4-FFF2-40B4-BE49-F238E27FC236}">
                <a16:creationId xmlns:a16="http://schemas.microsoft.com/office/drawing/2014/main" id="{E524489C-7A2D-4155-9005-02F6D805066C}"/>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a:solidFill>
                  <a:schemeClr val="tx2"/>
                </a:solidFill>
              </a:rPr>
              <a:t>Exploratory Data Analysis &amp; Visualisation</a:t>
            </a:r>
          </a:p>
        </p:txBody>
      </p:sp>
    </p:spTree>
    <p:extLst>
      <p:ext uri="{BB962C8B-B14F-4D97-AF65-F5344CB8AC3E}">
        <p14:creationId xmlns:p14="http://schemas.microsoft.com/office/powerpoint/2010/main" val="3498759228"/>
      </p:ext>
    </p:extLst>
  </p:cSld>
  <p:clrMapOvr>
    <a:masterClrMapping/>
  </p:clrMapOvr>
</p:sld>
</file>

<file path=ppt/theme/theme1.xml><?xml version="1.0" encoding="utf-8"?>
<a:theme xmlns:a="http://schemas.openxmlformats.org/drawingml/2006/main" name="Imperial College London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1639</TotalTime>
  <Words>617</Words>
  <Application>Microsoft Macintosh PowerPoint</Application>
  <PresentationFormat>On-screen Show (16:9)</PresentationFormat>
  <Paragraphs>98</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Cambria Math</vt:lpstr>
      <vt:lpstr>Imperial College London Theme</vt:lpstr>
      <vt:lpstr>Spatial Data</vt:lpstr>
      <vt:lpstr>Outline</vt:lpstr>
      <vt:lpstr>First, a question…</vt:lpstr>
      <vt:lpstr>Temporal &amp; Spatial Data – Observed Random Processes</vt:lpstr>
      <vt:lpstr>Temporal &amp; Spatial Data – Observed Random Processes</vt:lpstr>
      <vt:lpstr>Autocovariance &amp; Autocorrelation (Time Series)</vt:lpstr>
      <vt:lpstr>Autocovariance &amp; Autocorrelation (Time Series)</vt:lpstr>
      <vt:lpstr>Spatial Autocovariance</vt:lpstr>
      <vt:lpstr>Spatial Autocovariance</vt:lpstr>
      <vt:lpstr>Any Questions?</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Abby Bolt</dc:creator>
  <cp:lastModifiedBy>Adams, Niall M</cp:lastModifiedBy>
  <cp:revision>5</cp:revision>
  <dcterms:created xsi:type="dcterms:W3CDTF">2017-02-16T14:49:58Z</dcterms:created>
  <dcterms:modified xsi:type="dcterms:W3CDTF">2026-02-12T14:40:15Z</dcterms:modified>
</cp:coreProperties>
</file>